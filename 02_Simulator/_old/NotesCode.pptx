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9" r:id="rId4"/>
    <p:sldId id="264" r:id="rId5"/>
    <p:sldId id="257" r:id="rId6"/>
    <p:sldId id="260" r:id="rId7"/>
    <p:sldId id="262" r:id="rId8"/>
    <p:sldId id="263" r:id="rId9"/>
    <p:sldId id="258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11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114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5171123719cf533d" providerId="LiveId" clId="{5EB3702B-5CD1-4EE2-AC3D-BA0C554F8414}"/>
    <pc:docChg chg="undo redo custSel addSld modSld sldOrd">
      <pc:chgData name="" userId="5171123719cf533d" providerId="LiveId" clId="{5EB3702B-5CD1-4EE2-AC3D-BA0C554F8414}" dt="2024-04-23T12:05:07.598" v="4911" actId="14100"/>
      <pc:docMkLst>
        <pc:docMk/>
      </pc:docMkLst>
      <pc:sldChg chg="modSp add">
        <pc:chgData name="" userId="5171123719cf533d" providerId="LiveId" clId="{5EB3702B-5CD1-4EE2-AC3D-BA0C554F8414}" dt="2024-04-23T09:06:39.687" v="1870" actId="404"/>
        <pc:sldMkLst>
          <pc:docMk/>
          <pc:sldMk cId="1502943277" sldId="256"/>
        </pc:sldMkLst>
        <pc:spChg chg="mod">
          <ac:chgData name="" userId="5171123719cf533d" providerId="LiveId" clId="{5EB3702B-5CD1-4EE2-AC3D-BA0C554F8414}" dt="2024-04-23T08:31:43.340" v="24" actId="20577"/>
          <ac:spMkLst>
            <pc:docMk/>
            <pc:sldMk cId="1502943277" sldId="256"/>
            <ac:spMk id="2" creationId="{A6D24EA1-87E0-4F8F-B787-76BC31645BC2}"/>
          </ac:spMkLst>
        </pc:spChg>
        <pc:spChg chg="mod">
          <ac:chgData name="" userId="5171123719cf533d" providerId="LiveId" clId="{5EB3702B-5CD1-4EE2-AC3D-BA0C554F8414}" dt="2024-04-23T09:06:39.687" v="1870" actId="404"/>
          <ac:spMkLst>
            <pc:docMk/>
            <pc:sldMk cId="1502943277" sldId="256"/>
            <ac:spMk id="3" creationId="{AD902875-2398-4FC0-886C-16B67BC9447F}"/>
          </ac:spMkLst>
        </pc:spChg>
      </pc:sldChg>
      <pc:sldChg chg="addSp delSp modSp add">
        <pc:chgData name="" userId="5171123719cf533d" providerId="LiveId" clId="{5EB3702B-5CD1-4EE2-AC3D-BA0C554F8414}" dt="2024-04-23T09:22:55.517" v="2363" actId="20577"/>
        <pc:sldMkLst>
          <pc:docMk/>
          <pc:sldMk cId="1385757459" sldId="257"/>
        </pc:sldMkLst>
        <pc:spChg chg="mod">
          <ac:chgData name="" userId="5171123719cf533d" providerId="LiveId" clId="{5EB3702B-5CD1-4EE2-AC3D-BA0C554F8414}" dt="2024-04-23T08:53:34.103" v="1175" actId="20577"/>
          <ac:spMkLst>
            <pc:docMk/>
            <pc:sldMk cId="1385757459" sldId="257"/>
            <ac:spMk id="2" creationId="{3A0185F1-E5C9-4154-BDD4-F4738468D462}"/>
          </ac:spMkLst>
        </pc:spChg>
        <pc:spChg chg="add del mod">
          <ac:chgData name="" userId="5171123719cf533d" providerId="LiveId" clId="{5EB3702B-5CD1-4EE2-AC3D-BA0C554F8414}" dt="2024-04-23T09:22:55.517" v="2363" actId="20577"/>
          <ac:spMkLst>
            <pc:docMk/>
            <pc:sldMk cId="1385757459" sldId="257"/>
            <ac:spMk id="3" creationId="{97BC6491-7CB0-46D2-B612-6E3BDAB5FB88}"/>
          </ac:spMkLst>
        </pc:spChg>
        <pc:spChg chg="add del mod">
          <ac:chgData name="" userId="5171123719cf533d" providerId="LiveId" clId="{5EB3702B-5CD1-4EE2-AC3D-BA0C554F8414}" dt="2024-04-23T08:32:19.792" v="89" actId="767"/>
          <ac:spMkLst>
            <pc:docMk/>
            <pc:sldMk cId="1385757459" sldId="257"/>
            <ac:spMk id="4" creationId="{68040921-A4AA-4C79-8591-3ACEAD3EBCA1}"/>
          </ac:spMkLst>
        </pc:spChg>
      </pc:sldChg>
      <pc:sldChg chg="modSp add">
        <pc:chgData name="" userId="5171123719cf533d" providerId="LiveId" clId="{5EB3702B-5CD1-4EE2-AC3D-BA0C554F8414}" dt="2024-04-23T11:31:40.636" v="4403" actId="13926"/>
        <pc:sldMkLst>
          <pc:docMk/>
          <pc:sldMk cId="2125321996" sldId="258"/>
        </pc:sldMkLst>
        <pc:spChg chg="mod">
          <ac:chgData name="" userId="5171123719cf533d" providerId="LiveId" clId="{5EB3702B-5CD1-4EE2-AC3D-BA0C554F8414}" dt="2024-04-23T08:45:22.552" v="528" actId="20577"/>
          <ac:spMkLst>
            <pc:docMk/>
            <pc:sldMk cId="2125321996" sldId="258"/>
            <ac:spMk id="2" creationId="{03C147F2-A0FD-4027-90FB-E32484248594}"/>
          </ac:spMkLst>
        </pc:spChg>
        <pc:spChg chg="mod">
          <ac:chgData name="" userId="5171123719cf533d" providerId="LiveId" clId="{5EB3702B-5CD1-4EE2-AC3D-BA0C554F8414}" dt="2024-04-23T11:31:40.636" v="4403" actId="13926"/>
          <ac:spMkLst>
            <pc:docMk/>
            <pc:sldMk cId="2125321996" sldId="258"/>
            <ac:spMk id="3" creationId="{BE7301E5-5940-44B9-94F4-0549ACD1D66E}"/>
          </ac:spMkLst>
        </pc:spChg>
      </pc:sldChg>
      <pc:sldChg chg="addSp modSp add ord">
        <pc:chgData name="" userId="5171123719cf533d" providerId="LiveId" clId="{5EB3702B-5CD1-4EE2-AC3D-BA0C554F8414}" dt="2024-04-23T09:16:26.890" v="2179" actId="113"/>
        <pc:sldMkLst>
          <pc:docMk/>
          <pc:sldMk cId="2796972169" sldId="259"/>
        </pc:sldMkLst>
        <pc:spChg chg="mod">
          <ac:chgData name="" userId="5171123719cf533d" providerId="LiveId" clId="{5EB3702B-5CD1-4EE2-AC3D-BA0C554F8414}" dt="2024-04-23T09:16:26.890" v="2179" actId="113"/>
          <ac:spMkLst>
            <pc:docMk/>
            <pc:sldMk cId="2796972169" sldId="259"/>
            <ac:spMk id="2" creationId="{58DAE97E-8C78-40E6-99B8-F531B280B3A4}"/>
          </ac:spMkLst>
        </pc:spChg>
        <pc:spChg chg="mod">
          <ac:chgData name="" userId="5171123719cf533d" providerId="LiveId" clId="{5EB3702B-5CD1-4EE2-AC3D-BA0C554F8414}" dt="2024-04-23T09:05:46.968" v="1831" actId="207"/>
          <ac:spMkLst>
            <pc:docMk/>
            <pc:sldMk cId="2796972169" sldId="259"/>
            <ac:spMk id="3" creationId="{C0EA65F4-4F7E-476B-9D9A-3F609813DE54}"/>
          </ac:spMkLst>
        </pc:spChg>
        <pc:spChg chg="add mod">
          <ac:chgData name="" userId="5171123719cf533d" providerId="LiveId" clId="{5EB3702B-5CD1-4EE2-AC3D-BA0C554F8414}" dt="2024-04-23T08:53:13.268" v="1160" actId="114"/>
          <ac:spMkLst>
            <pc:docMk/>
            <pc:sldMk cId="2796972169" sldId="259"/>
            <ac:spMk id="4" creationId="{FECD876C-3ABC-40B4-997F-0D480E80C084}"/>
          </ac:spMkLst>
        </pc:spChg>
        <pc:spChg chg="add mod">
          <ac:chgData name="" userId="5171123719cf533d" providerId="LiveId" clId="{5EB3702B-5CD1-4EE2-AC3D-BA0C554F8414}" dt="2024-04-23T08:53:15.443" v="1161" actId="114"/>
          <ac:spMkLst>
            <pc:docMk/>
            <pc:sldMk cId="2796972169" sldId="259"/>
            <ac:spMk id="5" creationId="{74FC74BA-758B-46B0-9F8A-BF1775D594ED}"/>
          </ac:spMkLst>
        </pc:spChg>
      </pc:sldChg>
      <pc:sldChg chg="addSp delSp modSp add">
        <pc:chgData name="" userId="5171123719cf533d" providerId="LiveId" clId="{5EB3702B-5CD1-4EE2-AC3D-BA0C554F8414}" dt="2024-04-23T09:05:40.424" v="1829" actId="207"/>
        <pc:sldMkLst>
          <pc:docMk/>
          <pc:sldMk cId="3583399617" sldId="260"/>
        </pc:sldMkLst>
        <pc:spChg chg="mod">
          <ac:chgData name="" userId="5171123719cf533d" providerId="LiveId" clId="{5EB3702B-5CD1-4EE2-AC3D-BA0C554F8414}" dt="2024-04-23T08:53:40.556" v="1189" actId="20577"/>
          <ac:spMkLst>
            <pc:docMk/>
            <pc:sldMk cId="3583399617" sldId="260"/>
            <ac:spMk id="2" creationId="{3A0185F1-E5C9-4154-BDD4-F4738468D462}"/>
          </ac:spMkLst>
        </pc:spChg>
        <pc:spChg chg="del">
          <ac:chgData name="" userId="5171123719cf533d" providerId="LiveId" clId="{5EB3702B-5CD1-4EE2-AC3D-BA0C554F8414}" dt="2024-04-23T08:53:37.009" v="1176" actId="478"/>
          <ac:spMkLst>
            <pc:docMk/>
            <pc:sldMk cId="3583399617" sldId="260"/>
            <ac:spMk id="3" creationId="{97BC6491-7CB0-46D2-B612-6E3BDAB5FB88}"/>
          </ac:spMkLst>
        </pc:spChg>
        <pc:spChg chg="add mod">
          <ac:chgData name="" userId="5171123719cf533d" providerId="LiveId" clId="{5EB3702B-5CD1-4EE2-AC3D-BA0C554F8414}" dt="2024-04-23T09:05:40.424" v="1829" actId="207"/>
          <ac:spMkLst>
            <pc:docMk/>
            <pc:sldMk cId="3583399617" sldId="260"/>
            <ac:spMk id="5" creationId="{CF2DEC90-59F3-46D7-A558-49039F100AF2}"/>
          </ac:spMkLst>
        </pc:spChg>
        <pc:spChg chg="add del mod">
          <ac:chgData name="" userId="5171123719cf533d" providerId="LiveId" clId="{5EB3702B-5CD1-4EE2-AC3D-BA0C554F8414}" dt="2024-04-23T08:57:17.442" v="1506"/>
          <ac:spMkLst>
            <pc:docMk/>
            <pc:sldMk cId="3583399617" sldId="260"/>
            <ac:spMk id="6" creationId="{A479336D-2666-42E6-AEB3-193E08CE3395}"/>
          </ac:spMkLst>
        </pc:spChg>
      </pc:sldChg>
      <pc:sldChg chg="modSp add">
        <pc:chgData name="" userId="5171123719cf533d" providerId="LiveId" clId="{5EB3702B-5CD1-4EE2-AC3D-BA0C554F8414}" dt="2024-04-23T11:30:05.110" v="4271" actId="20577"/>
        <pc:sldMkLst>
          <pc:docMk/>
          <pc:sldMk cId="1628768135" sldId="261"/>
        </pc:sldMkLst>
        <pc:spChg chg="mod">
          <ac:chgData name="" userId="5171123719cf533d" providerId="LiveId" clId="{5EB3702B-5CD1-4EE2-AC3D-BA0C554F8414}" dt="2024-04-23T09:06:12.217" v="1842" actId="20577"/>
          <ac:spMkLst>
            <pc:docMk/>
            <pc:sldMk cId="1628768135" sldId="261"/>
            <ac:spMk id="2" creationId="{07899A26-15F6-4CC7-9756-3EDEE3B8ADDE}"/>
          </ac:spMkLst>
        </pc:spChg>
        <pc:spChg chg="mod">
          <ac:chgData name="" userId="5171123719cf533d" providerId="LiveId" clId="{5EB3702B-5CD1-4EE2-AC3D-BA0C554F8414}" dt="2024-04-23T11:30:05.110" v="4271" actId="20577"/>
          <ac:spMkLst>
            <pc:docMk/>
            <pc:sldMk cId="1628768135" sldId="261"/>
            <ac:spMk id="3" creationId="{1E704ED6-E0DE-4ED4-920A-B29C794045E1}"/>
          </ac:spMkLst>
        </pc:spChg>
      </pc:sldChg>
      <pc:sldChg chg="addSp delSp modSp add">
        <pc:chgData name="" userId="5171123719cf533d" providerId="LiveId" clId="{5EB3702B-5CD1-4EE2-AC3D-BA0C554F8414}" dt="2024-04-23T09:37:32.985" v="3367" actId="1035"/>
        <pc:sldMkLst>
          <pc:docMk/>
          <pc:sldMk cId="1678982181" sldId="262"/>
        </pc:sldMkLst>
        <pc:spChg chg="mod">
          <ac:chgData name="" userId="5171123719cf533d" providerId="LiveId" clId="{5EB3702B-5CD1-4EE2-AC3D-BA0C554F8414}" dt="2024-04-23T09:37:12.415" v="3361" actId="1076"/>
          <ac:spMkLst>
            <pc:docMk/>
            <pc:sldMk cId="1678982181" sldId="262"/>
            <ac:spMk id="2" creationId="{B72FCC08-E1A5-4AAB-9BC3-38BB7A16775C}"/>
          </ac:spMkLst>
        </pc:spChg>
        <pc:spChg chg="mod">
          <ac:chgData name="" userId="5171123719cf533d" providerId="LiveId" clId="{5EB3702B-5CD1-4EE2-AC3D-BA0C554F8414}" dt="2024-04-23T09:37:10.870" v="3360" actId="1076"/>
          <ac:spMkLst>
            <pc:docMk/>
            <pc:sldMk cId="1678982181" sldId="262"/>
            <ac:spMk id="3" creationId="{F3BB6042-FFDA-45C2-A50D-9584FAFFAC31}"/>
          </ac:spMkLst>
        </pc:spChg>
        <pc:spChg chg="add mod">
          <ac:chgData name="" userId="5171123719cf533d" providerId="LiveId" clId="{5EB3702B-5CD1-4EE2-AC3D-BA0C554F8414}" dt="2024-04-23T09:37:32.985" v="3367" actId="1035"/>
          <ac:spMkLst>
            <pc:docMk/>
            <pc:sldMk cId="1678982181" sldId="262"/>
            <ac:spMk id="4" creationId="{9E81E087-D566-469C-9E4C-46215AA3B3D8}"/>
          </ac:spMkLst>
        </pc:spChg>
        <pc:spChg chg="add del mod">
          <ac:chgData name="" userId="5171123719cf533d" providerId="LiveId" clId="{5EB3702B-5CD1-4EE2-AC3D-BA0C554F8414}" dt="2024-04-23T09:36:59.441" v="3356"/>
          <ac:spMkLst>
            <pc:docMk/>
            <pc:sldMk cId="1678982181" sldId="262"/>
            <ac:spMk id="8" creationId="{8A5628BE-BE1B-4097-8DB1-05CDD062D405}"/>
          </ac:spMkLst>
        </pc:spChg>
        <pc:cxnChg chg="add mod">
          <ac:chgData name="" userId="5171123719cf533d" providerId="LiveId" clId="{5EB3702B-5CD1-4EE2-AC3D-BA0C554F8414}" dt="2024-04-23T09:37:32.985" v="3367" actId="1035"/>
          <ac:cxnSpMkLst>
            <pc:docMk/>
            <pc:sldMk cId="1678982181" sldId="262"/>
            <ac:cxnSpMk id="6" creationId="{E3048796-08B2-484A-846A-37CC8D9F9378}"/>
          </ac:cxnSpMkLst>
        </pc:cxnChg>
      </pc:sldChg>
      <pc:sldChg chg="addSp delSp modSp add">
        <pc:chgData name="" userId="5171123719cf533d" providerId="LiveId" clId="{5EB3702B-5CD1-4EE2-AC3D-BA0C554F8414}" dt="2024-04-23T12:05:07.598" v="4911" actId="14100"/>
        <pc:sldMkLst>
          <pc:docMk/>
          <pc:sldMk cId="4043595152" sldId="263"/>
        </pc:sldMkLst>
        <pc:spChg chg="del">
          <ac:chgData name="" userId="5171123719cf533d" providerId="LiveId" clId="{5EB3702B-5CD1-4EE2-AC3D-BA0C554F8414}" dt="2024-04-23T09:37:17.710" v="3363" actId="478"/>
          <ac:spMkLst>
            <pc:docMk/>
            <pc:sldMk cId="4043595152" sldId="263"/>
            <ac:spMk id="2" creationId="{675A188E-27DA-494B-A4E6-52ABCFD0B350}"/>
          </ac:spMkLst>
        </pc:spChg>
        <pc:spChg chg="del">
          <ac:chgData name="" userId="5171123719cf533d" providerId="LiveId" clId="{5EB3702B-5CD1-4EE2-AC3D-BA0C554F8414}" dt="2024-04-23T09:37:01.568" v="3358"/>
          <ac:spMkLst>
            <pc:docMk/>
            <pc:sldMk cId="4043595152" sldId="263"/>
            <ac:spMk id="3" creationId="{FFEAC820-4E15-4D45-BE56-F4CF2C03D1E9}"/>
          </ac:spMkLst>
        </pc:spChg>
        <pc:spChg chg="add mod">
          <ac:chgData name="" userId="5171123719cf533d" providerId="LiveId" clId="{5EB3702B-5CD1-4EE2-AC3D-BA0C554F8414}" dt="2024-04-23T09:47:15.574" v="3926" actId="207"/>
          <ac:spMkLst>
            <pc:docMk/>
            <pc:sldMk cId="4043595152" sldId="263"/>
            <ac:spMk id="4" creationId="{2FC12AF0-EA8F-459B-B933-0F590F8C7814}"/>
          </ac:spMkLst>
        </pc:spChg>
        <pc:spChg chg="add">
          <ac:chgData name="" userId="5171123719cf533d" providerId="LiveId" clId="{5EB3702B-5CD1-4EE2-AC3D-BA0C554F8414}" dt="2024-04-23T09:37:14.534" v="3362"/>
          <ac:spMkLst>
            <pc:docMk/>
            <pc:sldMk cId="4043595152" sldId="263"/>
            <ac:spMk id="5" creationId="{1E563576-CBA4-47A3-82DC-4CBE196D8855}"/>
          </ac:spMkLst>
        </pc:spChg>
        <pc:spChg chg="add mod">
          <ac:chgData name="" userId="5171123719cf533d" providerId="LiveId" clId="{5EB3702B-5CD1-4EE2-AC3D-BA0C554F8414}" dt="2024-04-23T12:05:05.545" v="4909" actId="1076"/>
          <ac:spMkLst>
            <pc:docMk/>
            <pc:sldMk cId="4043595152" sldId="263"/>
            <ac:spMk id="6" creationId="{192F04C7-E2EC-4221-AFA3-1ECE15E8A731}"/>
          </ac:spMkLst>
        </pc:spChg>
        <pc:spChg chg="add mod">
          <ac:chgData name="" userId="5171123719cf533d" providerId="LiveId" clId="{5EB3702B-5CD1-4EE2-AC3D-BA0C554F8414}" dt="2024-04-23T09:50:15.365" v="4069" actId="1076"/>
          <ac:spMkLst>
            <pc:docMk/>
            <pc:sldMk cId="4043595152" sldId="263"/>
            <ac:spMk id="8" creationId="{3632B087-C5C8-42C9-81B6-A78EA2D76065}"/>
          </ac:spMkLst>
        </pc:spChg>
        <pc:cxnChg chg="add mod">
          <ac:chgData name="" userId="5171123719cf533d" providerId="LiveId" clId="{5EB3702B-5CD1-4EE2-AC3D-BA0C554F8414}" dt="2024-04-23T12:05:07.598" v="4911" actId="14100"/>
          <ac:cxnSpMkLst>
            <pc:docMk/>
            <pc:sldMk cId="4043595152" sldId="263"/>
            <ac:cxnSpMk id="7" creationId="{60CBF863-580A-4578-92D5-5BF8DC8C68D7}"/>
          </ac:cxnSpMkLst>
        </pc:cxnChg>
        <pc:cxnChg chg="add mod">
          <ac:chgData name="" userId="5171123719cf533d" providerId="LiveId" clId="{5EB3702B-5CD1-4EE2-AC3D-BA0C554F8414}" dt="2024-04-23T09:50:25.120" v="4073" actId="14100"/>
          <ac:cxnSpMkLst>
            <pc:docMk/>
            <pc:sldMk cId="4043595152" sldId="263"/>
            <ac:cxnSpMk id="9" creationId="{F676ABC8-EB5B-4039-B5B2-548547DC2FB7}"/>
          </ac:cxnSpMkLst>
        </pc:cxnChg>
      </pc:sldChg>
      <pc:sldChg chg="addSp delSp modSp add">
        <pc:chgData name="" userId="5171123719cf533d" providerId="LiveId" clId="{5EB3702B-5CD1-4EE2-AC3D-BA0C554F8414}" dt="2024-04-23T12:02:33.284" v="4835" actId="255"/>
        <pc:sldMkLst>
          <pc:docMk/>
          <pc:sldMk cId="2045308778" sldId="264"/>
        </pc:sldMkLst>
        <pc:spChg chg="mod">
          <ac:chgData name="" userId="5171123719cf533d" providerId="LiveId" clId="{5EB3702B-5CD1-4EE2-AC3D-BA0C554F8414}" dt="2024-04-23T11:56:01.737" v="4492" actId="404"/>
          <ac:spMkLst>
            <pc:docMk/>
            <pc:sldMk cId="2045308778" sldId="264"/>
            <ac:spMk id="2" creationId="{F1257C47-8238-4644-9FFB-F0DD6A1E3C7F}"/>
          </ac:spMkLst>
        </pc:spChg>
        <pc:spChg chg="del">
          <ac:chgData name="" userId="5171123719cf533d" providerId="LiveId" clId="{5EB3702B-5CD1-4EE2-AC3D-BA0C554F8414}" dt="2024-04-23T11:55:36.476" v="4405" actId="478"/>
          <ac:spMkLst>
            <pc:docMk/>
            <pc:sldMk cId="2045308778" sldId="264"/>
            <ac:spMk id="3" creationId="{1C7BC88D-5253-4676-934E-6AEA6C13A950}"/>
          </ac:spMkLst>
        </pc:spChg>
        <pc:spChg chg="add mod">
          <ac:chgData name="" userId="5171123719cf533d" providerId="LiveId" clId="{5EB3702B-5CD1-4EE2-AC3D-BA0C554F8414}" dt="2024-04-23T12:02:01.869" v="4781" actId="14100"/>
          <ac:spMkLst>
            <pc:docMk/>
            <pc:sldMk cId="2045308778" sldId="264"/>
            <ac:spMk id="4" creationId="{26CB2052-B53C-4CE7-AB5B-55CDD73A707D}"/>
          </ac:spMkLst>
        </pc:spChg>
        <pc:spChg chg="add mod">
          <ac:chgData name="" userId="5171123719cf533d" providerId="LiveId" clId="{5EB3702B-5CD1-4EE2-AC3D-BA0C554F8414}" dt="2024-04-23T12:02:33.284" v="4835" actId="255"/>
          <ac:spMkLst>
            <pc:docMk/>
            <pc:sldMk cId="2045308778" sldId="264"/>
            <ac:spMk id="5" creationId="{91ED6CB4-697E-4D01-AFB2-3605C2C3916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2F69B-27B4-4F25-9C65-78E5F7294F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0A44E6-964C-41C5-8173-FFC7D9DDB8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9E207-288F-4148-B9A4-11C1F0DBA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495-4311-40D0-9D2E-E762BC6E62D4}" type="datetimeFigureOut">
              <a:rPr lang="de-DE" smtClean="0"/>
              <a:t>23.04.2024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42A80-B222-4168-819A-8A66E6A59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47CF2-F477-480F-A1B8-96FCBCE84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AD015-21FB-4C81-9D59-1945DD7978B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1665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FEB4A-080C-4947-970B-4E3B93CD3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0242B-D8F6-4FA5-A8F1-58CD7F0F9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E6DC1-816B-476D-A784-8AF84446D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495-4311-40D0-9D2E-E762BC6E62D4}" type="datetimeFigureOut">
              <a:rPr lang="de-DE" smtClean="0"/>
              <a:t>23.04.2024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D7627-AF5F-4522-B576-D7EEB1EB4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0357D-F8E5-43D7-848D-F5A2FB53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AD015-21FB-4C81-9D59-1945DD7978B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0408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CBE87-6F72-4090-BA9F-E516BF8B6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6287D-335C-4C58-A7B1-C018468CF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E32E0-591B-4047-9C9D-36D9C5B14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495-4311-40D0-9D2E-E762BC6E62D4}" type="datetimeFigureOut">
              <a:rPr lang="de-DE" smtClean="0"/>
              <a:t>23.04.2024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66997-676A-47D7-AB20-4B20F5C83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5FE60-15F3-40D6-AD9C-88818D58A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AD015-21FB-4C81-9D59-1945DD7978B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4953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5E533-2DDE-4ABF-9694-9C087451E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3924F-6E33-493E-9E8F-27FAD7E2ED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82337F-77B4-49CF-A462-5ADDDB7F1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6BABDE-AD2B-4763-BA7D-0194FA7AF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495-4311-40D0-9D2E-E762BC6E62D4}" type="datetimeFigureOut">
              <a:rPr lang="de-DE" smtClean="0"/>
              <a:t>23.04.2024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94DC9-6294-4308-8FF9-267B8EA7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974235-B5A3-49A8-BE61-93C2ED8C0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AD015-21FB-4C81-9D59-1945DD7978B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2302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15987-D8FF-4FAF-94FB-6CD31E7F6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DC42DB-A97E-4B69-909C-FF0420F9B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3F7985-2B05-4770-8F20-65C87CFAF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6AAE4A-AD6D-47AA-9796-69C17E38C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AB8D0C-4E8D-4A10-9126-E4085A3D65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440FEC-1D1B-49ED-875A-BB3F0F78A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495-4311-40D0-9D2E-E762BC6E62D4}" type="datetimeFigureOut">
              <a:rPr lang="de-DE" smtClean="0"/>
              <a:t>23.04.2024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4AA86E-D1B4-4F53-929A-EA184B52D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D9EE5D-E181-4FA9-BA6C-717E5DF97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AD015-21FB-4C81-9D59-1945DD7978B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044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336FE-D225-48E4-9D86-9AC089777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E2DBB-C499-48B9-BC1B-045105998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495-4311-40D0-9D2E-E762BC6E62D4}" type="datetimeFigureOut">
              <a:rPr lang="de-DE" smtClean="0"/>
              <a:t>23.04.2024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B7FDF-3366-4D22-AEEA-9F6F176AC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E984C4-7BD9-46FF-AD3D-3A868598D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AD015-21FB-4C81-9D59-1945DD7978B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9325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941B3D-9E4C-4054-8F65-9F8D3872F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495-4311-40D0-9D2E-E762BC6E62D4}" type="datetimeFigureOut">
              <a:rPr lang="de-DE" smtClean="0"/>
              <a:t>23.04.2024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094C93-A210-442B-A723-CEADE640D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6855E-6332-4CBB-BD98-46DAC25A9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AD015-21FB-4C81-9D59-1945DD7978B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1985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7235E-0344-4155-BC98-75A0D20A6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BFBA4-DA75-4B9A-987F-70A70486E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BF35F4-3E4A-4F31-A82F-1CC48BDCF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F93344-FBB7-4B9D-9F90-FDC05E9AE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495-4311-40D0-9D2E-E762BC6E62D4}" type="datetimeFigureOut">
              <a:rPr lang="de-DE" smtClean="0"/>
              <a:t>23.04.2024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548E0-593B-44D3-918F-0D32FE502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84C1F9-2C09-49A9-A700-0D3D8CB10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AD015-21FB-4C81-9D59-1945DD7978B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6236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E19B8-C8B2-467F-924D-183EF4E7C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297E1F-2323-4D2A-9D37-9B793589A1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8B4058-C0A2-4D5D-AA84-8B39F8A5A3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E96C4C-F566-4156-B249-C3785606F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495-4311-40D0-9D2E-E762BC6E62D4}" type="datetimeFigureOut">
              <a:rPr lang="de-DE" smtClean="0"/>
              <a:t>23.04.2024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023CF9-E576-4A6E-8E5B-3AE1BA1B4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6812E-D9C2-4F52-95FF-910D83C28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AD015-21FB-4C81-9D59-1945DD7978B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7800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136E7-DA39-4740-BADF-7C0283CE8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4E2A6A-D420-46F5-AC9C-D1410BF903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C0C74-215B-4331-8B5B-ACCD00C0F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495-4311-40D0-9D2E-E762BC6E62D4}" type="datetimeFigureOut">
              <a:rPr lang="de-DE" smtClean="0"/>
              <a:t>23.04.2024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4826E-823A-4F37-8497-11D7CCE41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EB8A3-D758-480D-8640-100C2B98C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AD015-21FB-4C81-9D59-1945DD7978B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3819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87B31F-A38A-42F0-AD9E-C23F61FBC9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6B4324-DA00-46B0-932F-AC89899FF0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35328-081D-44C6-9144-D510CD443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495-4311-40D0-9D2E-E762BC6E62D4}" type="datetimeFigureOut">
              <a:rPr lang="de-DE" smtClean="0"/>
              <a:t>23.04.2024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B6087-A639-4E2E-BFD0-593BB41E3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A1F88-2C6D-4B6A-AA7D-A8065AE63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AD015-21FB-4C81-9D59-1945DD7978B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0651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384A4-63BC-4613-89C3-715F18316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5F23-B9D5-4475-930E-94FE2ED4B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6F817-3182-4C8C-85D4-86EE67F50E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45495-4311-40D0-9D2E-E762BC6E62D4}" type="datetimeFigureOut">
              <a:rPr lang="de-DE" smtClean="0"/>
              <a:t>23.04.2024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97B21-AB88-457C-8E9B-B26C2F674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3E809-93E6-41D1-8D45-F2EC33A4E1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AD015-21FB-4C81-9D59-1945DD7978B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2103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24EA1-87E0-4F8F-B787-76BC31645B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Notes Code Andreas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902875-2398-4FC0-886C-16B67BC944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300" y="3602038"/>
            <a:ext cx="10439400" cy="1655762"/>
          </a:xfrm>
        </p:spPr>
        <p:txBody>
          <a:bodyPr/>
          <a:lstStyle/>
          <a:p>
            <a:r>
              <a:rPr lang="de-DE" dirty="0" err="1"/>
              <a:t>vb</a:t>
            </a:r>
            <a:r>
              <a:rPr lang="de-DE" dirty="0"/>
              <a:t>, 23.04.2024</a:t>
            </a:r>
          </a:p>
          <a:p>
            <a:pPr algn="l"/>
            <a:r>
              <a:rPr lang="de-DE" sz="1800" dirty="0"/>
              <a:t>Book: 2013_Book_StructuralAnalysisWithTheFinit.pdf (</a:t>
            </a:r>
            <a:r>
              <a:rPr lang="de-DE" sz="1800" dirty="0" err="1"/>
              <a:t>saved</a:t>
            </a:r>
            <a:r>
              <a:rPr lang="de-DE" sz="1800" dirty="0"/>
              <a:t> on </a:t>
            </a:r>
            <a:r>
              <a:rPr lang="de-DE" sz="1800" dirty="0" err="1"/>
              <a:t>my</a:t>
            </a:r>
            <a:r>
              <a:rPr lang="de-DE" sz="1800" dirty="0"/>
              <a:t> </a:t>
            </a:r>
            <a:r>
              <a:rPr lang="de-DE" sz="1800" dirty="0" err="1"/>
              <a:t>desktop</a:t>
            </a:r>
            <a:r>
              <a:rPr lang="de-DE" sz="1800" dirty="0"/>
              <a:t>)</a:t>
            </a:r>
          </a:p>
          <a:p>
            <a:pPr algn="l"/>
            <a:r>
              <a:rPr lang="de-DE" sz="1800" dirty="0"/>
              <a:t>Codes: Integration_LayerElement.py; Stresses_mixreinf.py</a:t>
            </a:r>
          </a:p>
        </p:txBody>
      </p:sp>
    </p:spTree>
    <p:extLst>
      <p:ext uri="{BB962C8B-B14F-4D97-AF65-F5344CB8AC3E}">
        <p14:creationId xmlns:p14="http://schemas.microsoft.com/office/powerpoint/2010/main" val="1502943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99A26-15F6-4CC7-9756-3EDEE3B8A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04ED6-E0DE-4ED4-920A-B29C79404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Integration_LayerElement.py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Stresses_mixreinf.py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Required</a:t>
            </a:r>
            <a:r>
              <a:rPr lang="de-DE" dirty="0"/>
              <a:t> </a:t>
            </a:r>
            <a:r>
              <a:rPr lang="de-DE" dirty="0" err="1"/>
              <a:t>input</a:t>
            </a:r>
            <a:r>
              <a:rPr lang="de-DE" dirty="0"/>
              <a:t> </a:t>
            </a:r>
            <a:r>
              <a:rPr lang="de-DE" dirty="0" err="1"/>
              <a:t>parameters</a:t>
            </a:r>
            <a:r>
              <a:rPr lang="de-DE" dirty="0"/>
              <a:t> (acc. </a:t>
            </a:r>
            <a:r>
              <a:rPr lang="de-DE" dirty="0" err="1"/>
              <a:t>To</a:t>
            </a:r>
            <a:r>
              <a:rPr lang="de-DE" dirty="0"/>
              <a:t> „MAT“, </a:t>
            </a:r>
            <a:r>
              <a:rPr lang="de-DE" dirty="0" err="1"/>
              <a:t>geom</a:t>
            </a:r>
            <a:r>
              <a:rPr lang="de-D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28768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AE97E-8C78-40E6-99B8-F531B280B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/>
              <a:t>Integration_LayerElement.py – </a:t>
            </a:r>
            <a:r>
              <a:rPr lang="de-DE" b="1" dirty="0"/>
              <a:t>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A65F4-4F7E-476B-9D9A-3F609813D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4543"/>
            <a:ext cx="10515600" cy="15271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1800" i="1" dirty="0" err="1"/>
              <a:t>Function</a:t>
            </a:r>
            <a:r>
              <a:rPr lang="de-DE" sz="1800" i="1" dirty="0"/>
              <a:t> </a:t>
            </a:r>
            <a:r>
              <a:rPr lang="de-DE" sz="1800" i="1" dirty="0" err="1"/>
              <a:t>definitions</a:t>
            </a:r>
            <a:endParaRPr lang="de-DE" sz="1800" i="1" dirty="0"/>
          </a:p>
          <a:p>
            <a:r>
              <a:rPr lang="de-DE" sz="1800" dirty="0" err="1">
                <a:solidFill>
                  <a:schemeClr val="accent6"/>
                </a:solidFill>
                <a:latin typeface="Consolas" panose="020B0609020204030204" pitchFamily="49" charset="0"/>
              </a:rPr>
              <a:t>def</a:t>
            </a:r>
            <a:r>
              <a:rPr lang="de-DE" sz="1800" dirty="0">
                <a:latin typeface="Consolas" panose="020B0609020204030204" pitchFamily="49" charset="0"/>
              </a:rPr>
              <a:t> </a:t>
            </a:r>
            <a:r>
              <a:rPr lang="de-DE" sz="1800" dirty="0" err="1">
                <a:solidFill>
                  <a:srgbClr val="BF11B7"/>
                </a:solidFill>
                <a:latin typeface="Consolas" panose="020B0609020204030204" pitchFamily="49" charset="0"/>
              </a:rPr>
              <a:t>dh_kij</a:t>
            </a:r>
            <a:r>
              <a:rPr lang="de-DE" sz="1800" dirty="0">
                <a:latin typeface="Consolas" panose="020B0609020204030204" pitchFamily="49" charset="0"/>
              </a:rPr>
              <a:t>(</a:t>
            </a:r>
            <a:r>
              <a:rPr lang="de-DE" sz="1800" dirty="0" err="1">
                <a:latin typeface="Consolas" panose="020B0609020204030204" pitchFamily="49" charset="0"/>
              </a:rPr>
              <a:t>e_kij</a:t>
            </a:r>
            <a:r>
              <a:rPr lang="de-DE" sz="1800" dirty="0">
                <a:latin typeface="Consolas" panose="020B0609020204030204" pitchFamily="49" charset="0"/>
              </a:rPr>
              <a:t>, </a:t>
            </a:r>
            <a:r>
              <a:rPr lang="de-DE" sz="1800" dirty="0" err="1">
                <a:latin typeface="Consolas" panose="020B0609020204030204" pitchFamily="49" charset="0"/>
              </a:rPr>
              <a:t>s_kij</a:t>
            </a:r>
            <a:r>
              <a:rPr lang="de-DE" sz="1800" dirty="0">
                <a:latin typeface="Consolas" panose="020B0609020204030204" pitchFamily="49" charset="0"/>
              </a:rPr>
              <a:t>, k, i, j, </a:t>
            </a:r>
            <a:r>
              <a:rPr lang="de-DE" sz="1800" dirty="0" err="1">
                <a:latin typeface="Consolas" panose="020B0609020204030204" pitchFamily="49" charset="0"/>
              </a:rPr>
              <a:t>cm_k</a:t>
            </a:r>
            <a:r>
              <a:rPr lang="de-DE" sz="1800" dirty="0">
                <a:latin typeface="Consolas" panose="020B0609020204030204" pitchFamily="49" charset="0"/>
              </a:rPr>
              <a:t>)</a:t>
            </a:r>
            <a:br>
              <a:rPr lang="de-DE" sz="1800" dirty="0">
                <a:latin typeface="Consolas" panose="020B0609020204030204" pitchFamily="49" charset="0"/>
              </a:rPr>
            </a:br>
            <a:r>
              <a:rPr lang="de-DE" sz="1800" dirty="0"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chemeClr val="accent6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Dmh,Dmbh,Dbh,Dsh</a:t>
            </a:r>
            <a:endParaRPr lang="de-DE" sz="1800" dirty="0">
              <a:latin typeface="Consolas" panose="020B0609020204030204" pitchFamily="49" charset="0"/>
            </a:endParaRPr>
          </a:p>
          <a:p>
            <a:r>
              <a:rPr lang="de-DE" sz="1800" dirty="0" err="1">
                <a:solidFill>
                  <a:schemeClr val="accent6"/>
                </a:solidFill>
                <a:latin typeface="Consolas" panose="020B0609020204030204" pitchFamily="49" charset="0"/>
              </a:rPr>
              <a:t>def</a:t>
            </a:r>
            <a:r>
              <a:rPr lang="de-DE" sz="1800" dirty="0">
                <a:solidFill>
                  <a:schemeClr val="accent6"/>
                </a:solidFill>
                <a:latin typeface="Consolas" panose="020B0609020204030204" pitchFamily="49" charset="0"/>
              </a:rPr>
              <a:t> </a:t>
            </a:r>
            <a:r>
              <a:rPr lang="de-CH" sz="1800" dirty="0" err="1">
                <a:solidFill>
                  <a:srgbClr val="BF11B7"/>
                </a:solidFill>
                <a:latin typeface="Consolas" panose="020B0609020204030204" pitchFamily="49" charset="0"/>
              </a:rPr>
              <a:t>k_k</a:t>
            </a:r>
            <a:r>
              <a:rPr lang="de-CH" sz="1800" dirty="0">
                <a:latin typeface="Consolas" panose="020B0609020204030204" pitchFamily="49" charset="0"/>
              </a:rPr>
              <a:t>(</a:t>
            </a:r>
            <a:r>
              <a:rPr lang="de-CH" sz="1800" dirty="0" err="1">
                <a:latin typeface="Consolas" panose="020B0609020204030204" pitchFamily="49" charset="0"/>
              </a:rPr>
              <a:t>Bm_k,Bb_k,Bs_k,Jdet_k,e_k,s_k</a:t>
            </a:r>
            <a:r>
              <a:rPr lang="de-CH" sz="1800" dirty="0">
                <a:latin typeface="Consolas" panose="020B0609020204030204" pitchFamily="49" charset="0"/>
              </a:rPr>
              <a:t>, k, </a:t>
            </a:r>
            <a:r>
              <a:rPr lang="de-CH" sz="1800" dirty="0" err="1">
                <a:latin typeface="Consolas" panose="020B0609020204030204" pitchFamily="49" charset="0"/>
              </a:rPr>
              <a:t>cm_k</a:t>
            </a:r>
            <a:r>
              <a:rPr lang="de-CH" sz="1800" dirty="0">
                <a:latin typeface="Consolas" panose="020B0609020204030204" pitchFamily="49" charset="0"/>
              </a:rPr>
              <a:t>)</a:t>
            </a:r>
            <a:br>
              <a:rPr lang="de-CH" sz="1800" dirty="0">
                <a:latin typeface="Consolas" panose="020B0609020204030204" pitchFamily="49" charset="0"/>
              </a:rPr>
            </a:br>
            <a:r>
              <a:rPr lang="de-CH" sz="1800" dirty="0">
                <a:latin typeface="Consolas" panose="020B0609020204030204" pitchFamily="49" charset="0"/>
              </a:rPr>
              <a:t>	</a:t>
            </a:r>
            <a:r>
              <a:rPr lang="de-CH" sz="1800" dirty="0" err="1">
                <a:solidFill>
                  <a:schemeClr val="accent6"/>
                </a:solidFill>
                <a:latin typeface="Consolas" panose="020B0609020204030204" pitchFamily="49" charset="0"/>
              </a:rPr>
              <a:t>return</a:t>
            </a:r>
            <a:r>
              <a:rPr lang="de-CH" sz="1800" dirty="0">
                <a:latin typeface="Consolas" panose="020B0609020204030204" pitchFamily="49" charset="0"/>
              </a:rPr>
              <a:t> Ke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CD876C-3ABC-40B4-997F-0D480E80C084}"/>
              </a:ext>
            </a:extLst>
          </p:cNvPr>
          <p:cNvSpPr/>
          <p:nvPr/>
        </p:nvSpPr>
        <p:spPr>
          <a:xfrm>
            <a:off x="838200" y="3429000"/>
            <a:ext cx="401955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CH" i="1" dirty="0" err="1"/>
              <a:t>Undefined</a:t>
            </a:r>
            <a:r>
              <a:rPr lang="de-CH" i="1" dirty="0"/>
              <a:t> Matrices: </a:t>
            </a:r>
          </a:p>
          <a:p>
            <a:pPr>
              <a:buFontTx/>
              <a:buChar char="-"/>
            </a:pPr>
            <a:r>
              <a:rPr lang="de-CH" dirty="0">
                <a:latin typeface="Consolas" panose="020B0609020204030204" pitchFamily="49" charset="0"/>
              </a:rPr>
              <a:t>GEOMK</a:t>
            </a:r>
          </a:p>
          <a:p>
            <a:pPr>
              <a:buFontTx/>
              <a:buChar char="-"/>
            </a:pPr>
            <a:r>
              <a:rPr lang="de-CH" dirty="0">
                <a:latin typeface="Consolas" panose="020B0609020204030204" pitchFamily="49" charset="0"/>
              </a:rPr>
              <a:t>MATK</a:t>
            </a:r>
          </a:p>
          <a:p>
            <a:pPr>
              <a:buFontTx/>
              <a:buChar char="-"/>
            </a:pPr>
            <a:r>
              <a:rPr lang="de-CH" dirty="0">
                <a:latin typeface="Consolas" panose="020B0609020204030204" pitchFamily="49" charset="0"/>
              </a:rPr>
              <a:t>ELEMENTS</a:t>
            </a:r>
          </a:p>
          <a:p>
            <a:pPr>
              <a:buFontTx/>
              <a:buChar char="-"/>
            </a:pPr>
            <a:r>
              <a:rPr lang="de-CH" dirty="0">
                <a:latin typeface="Consolas" panose="020B0609020204030204" pitchFamily="49" charset="0"/>
              </a:rPr>
              <a:t>COORD</a:t>
            </a:r>
          </a:p>
          <a:p>
            <a:pPr>
              <a:buFontTx/>
              <a:buChar char="-"/>
            </a:pPr>
            <a:r>
              <a:rPr lang="de-CH" dirty="0" err="1">
                <a:latin typeface="Consolas" panose="020B0609020204030204" pitchFamily="49" charset="0"/>
              </a:rPr>
              <a:t>rotLG</a:t>
            </a:r>
            <a:endParaRPr lang="de-CH" dirty="0">
              <a:latin typeface="Consolas" panose="020B0609020204030204" pitchFamily="49" charset="0"/>
            </a:endParaRPr>
          </a:p>
          <a:p>
            <a:pPr>
              <a:buFontTx/>
              <a:buChar char="-"/>
            </a:pPr>
            <a:r>
              <a:rPr lang="de-CH" dirty="0">
                <a:latin typeface="Consolas" panose="020B0609020204030204" pitchFamily="49" charset="0"/>
              </a:rPr>
              <a:t>ELS</a:t>
            </a:r>
          </a:p>
          <a:p>
            <a:pPr>
              <a:buFontTx/>
              <a:buChar char="-"/>
            </a:pPr>
            <a:r>
              <a:rPr lang="de-CH" dirty="0" err="1">
                <a:latin typeface="Consolas" panose="020B0609020204030204" pitchFamily="49" charset="0"/>
              </a:rPr>
              <a:t>copln</a:t>
            </a:r>
            <a:endParaRPr lang="de-CH" dirty="0">
              <a:latin typeface="Consolas" panose="020B0609020204030204" pitchFamily="49" charset="0"/>
            </a:endParaRPr>
          </a:p>
          <a:p>
            <a:pPr>
              <a:buFontTx/>
              <a:buChar char="-"/>
            </a:pPr>
            <a:r>
              <a:rPr lang="de-CH" dirty="0" err="1">
                <a:latin typeface="Consolas" panose="020B0609020204030204" pitchFamily="49" charset="0"/>
              </a:rPr>
              <a:t>gauss_points</a:t>
            </a:r>
            <a:r>
              <a:rPr lang="de-CH" dirty="0">
                <a:latin typeface="Consolas" panose="020B0609020204030204" pitchFamily="49" charset="0"/>
              </a:rPr>
              <a:t> </a:t>
            </a:r>
            <a:r>
              <a:rPr lang="de-CH" dirty="0"/>
              <a:t>and</a:t>
            </a:r>
            <a:r>
              <a:rPr lang="de-CH" dirty="0">
                <a:latin typeface="Consolas" panose="020B0609020204030204" pitchFamily="49" charset="0"/>
              </a:rPr>
              <a:t> </a:t>
            </a:r>
            <a:r>
              <a:rPr lang="de-CH" dirty="0" err="1">
                <a:latin typeface="Consolas" panose="020B0609020204030204" pitchFamily="49" charset="0"/>
              </a:rPr>
              <a:t>gauss_order</a:t>
            </a:r>
            <a:endParaRPr lang="de-CH" dirty="0"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FC74BA-758B-46B0-9F8A-BF1775D594ED}"/>
              </a:ext>
            </a:extLst>
          </p:cNvPr>
          <p:cNvSpPr/>
          <p:nvPr/>
        </p:nvSpPr>
        <p:spPr>
          <a:xfrm>
            <a:off x="6924677" y="3429000"/>
            <a:ext cx="44291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CH" i="1" dirty="0" err="1"/>
              <a:t>Undefined</a:t>
            </a:r>
            <a:r>
              <a:rPr lang="de-CH" i="1" dirty="0"/>
              <a:t> </a:t>
            </a:r>
            <a:r>
              <a:rPr lang="de-CH" i="1" dirty="0" err="1"/>
              <a:t>functions</a:t>
            </a:r>
            <a:r>
              <a:rPr lang="de-CH" i="1" dirty="0"/>
              <a:t>:</a:t>
            </a:r>
          </a:p>
          <a:p>
            <a:pPr>
              <a:buFontTx/>
              <a:buChar char="-"/>
            </a:pPr>
            <a:r>
              <a:rPr lang="de-CH" dirty="0" err="1">
                <a:latin typeface="Consolas" panose="020B0609020204030204" pitchFamily="49" charset="0"/>
              </a:rPr>
              <a:t>get_et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96972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57C47-8238-4644-9FFB-F0DD6A1E3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 err="1"/>
              <a:t>Required</a:t>
            </a:r>
            <a:r>
              <a:rPr lang="de-DE" sz="4000" dirty="0"/>
              <a:t> </a:t>
            </a:r>
            <a:r>
              <a:rPr lang="de-DE" sz="4000" dirty="0" err="1"/>
              <a:t>inputs</a:t>
            </a:r>
            <a:r>
              <a:rPr lang="de-DE" sz="4000" dirty="0"/>
              <a:t> </a:t>
            </a:r>
            <a:r>
              <a:rPr lang="de-DE" sz="4000" dirty="0" err="1"/>
              <a:t>for</a:t>
            </a:r>
            <a:r>
              <a:rPr lang="de-DE" sz="4000" dirty="0"/>
              <a:t> </a:t>
            </a:r>
            <a:r>
              <a:rPr lang="de-DE" sz="4000" dirty="0" err="1"/>
              <a:t>defining</a:t>
            </a:r>
            <a:r>
              <a:rPr lang="de-DE" sz="4000" dirty="0"/>
              <a:t> </a:t>
            </a:r>
            <a:r>
              <a:rPr lang="de-DE" sz="4000" dirty="0" err="1"/>
              <a:t>stiffness</a:t>
            </a:r>
            <a:r>
              <a:rPr lang="de-DE" sz="4000" dirty="0"/>
              <a:t> </a:t>
            </a:r>
            <a:r>
              <a:rPr lang="de-DE" sz="4000" dirty="0" err="1"/>
              <a:t>matrices</a:t>
            </a:r>
            <a:r>
              <a:rPr lang="de-DE" sz="4000" dirty="0"/>
              <a:t> </a:t>
            </a:r>
            <a:r>
              <a:rPr lang="de-DE" sz="4000" dirty="0" err="1"/>
              <a:t>K_i</a:t>
            </a:r>
            <a:endParaRPr lang="de-DE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CB2052-B53C-4CE7-AB5B-55CDD73A707D}"/>
              </a:ext>
            </a:extLst>
          </p:cNvPr>
          <p:cNvSpPr/>
          <p:nvPr/>
        </p:nvSpPr>
        <p:spPr>
          <a:xfrm>
            <a:off x="838200" y="1287244"/>
            <a:ext cx="4819650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CH" dirty="0">
                <a:latin typeface="Consolas" panose="020B0609020204030204" pitchFamily="49" charset="0"/>
              </a:rPr>
              <a:t>GEOMK</a:t>
            </a:r>
            <a:br>
              <a:rPr lang="de-CH" dirty="0">
                <a:latin typeface="Consolas" panose="020B0609020204030204" pitchFamily="49" charset="0"/>
              </a:rPr>
            </a:br>
            <a:r>
              <a:rPr lang="de-CH" sz="1600" dirty="0" err="1"/>
              <a:t>Geometrical</a:t>
            </a:r>
            <a:r>
              <a:rPr lang="de-CH" sz="1600" dirty="0"/>
              <a:t> </a:t>
            </a:r>
            <a:r>
              <a:rPr lang="de-CH" sz="1600" dirty="0" err="1"/>
              <a:t>properties</a:t>
            </a:r>
            <a:r>
              <a:rPr lang="de-CH" sz="1600" dirty="0"/>
              <a:t> like</a:t>
            </a:r>
          </a:p>
          <a:p>
            <a:pPr marL="742950" lvl="1" indent="-285750">
              <a:buFont typeface="Symbol" panose="05050102010706020507" pitchFamily="18" charset="2"/>
              <a:buChar char="-"/>
            </a:pPr>
            <a:r>
              <a:rPr lang="de-CH" sz="1600" dirty="0"/>
              <a:t>Height </a:t>
            </a:r>
            <a:r>
              <a:rPr lang="de-CH" sz="1600" dirty="0" err="1"/>
              <a:t>of</a:t>
            </a:r>
            <a:r>
              <a:rPr lang="de-CH" sz="1600" dirty="0"/>
              <a:t> </a:t>
            </a:r>
            <a:r>
              <a:rPr lang="de-CH" sz="1600" dirty="0" err="1"/>
              <a:t>entire</a:t>
            </a:r>
            <a:r>
              <a:rPr lang="de-CH" sz="1600" dirty="0"/>
              <a:t> </a:t>
            </a:r>
            <a:r>
              <a:rPr lang="de-CH" sz="1600" dirty="0" err="1"/>
              <a:t>element</a:t>
            </a:r>
            <a:endParaRPr lang="de-CH" sz="1600" dirty="0"/>
          </a:p>
          <a:p>
            <a:pPr marL="742950" lvl="1" indent="-285750">
              <a:buFont typeface="Symbol" panose="05050102010706020507" pitchFamily="18" charset="2"/>
              <a:buChar char="-"/>
            </a:pPr>
            <a:r>
              <a:rPr lang="de-CH" sz="1600" dirty="0"/>
              <a:t>Height </a:t>
            </a:r>
            <a:r>
              <a:rPr lang="de-CH" sz="1600" dirty="0" err="1"/>
              <a:t>of</a:t>
            </a:r>
            <a:r>
              <a:rPr lang="de-CH" sz="1600" dirty="0"/>
              <a:t> </a:t>
            </a:r>
            <a:r>
              <a:rPr lang="de-CH" sz="1600" dirty="0" err="1"/>
              <a:t>layer</a:t>
            </a:r>
            <a:r>
              <a:rPr lang="de-CH" sz="1600" dirty="0"/>
              <a:t> </a:t>
            </a:r>
          </a:p>
          <a:p>
            <a:pPr marL="742950" lvl="1" indent="-285750">
              <a:buFont typeface="Symbol" panose="05050102010706020507" pitchFamily="18" charset="2"/>
              <a:buChar char="-"/>
            </a:pPr>
            <a:r>
              <a:rPr lang="de-CH" sz="1600" dirty="0" err="1"/>
              <a:t>a_k</a:t>
            </a:r>
            <a:r>
              <a:rPr lang="de-CH" sz="1600" dirty="0"/>
              <a:t> (?)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CH" dirty="0">
                <a:latin typeface="Consolas" panose="020B0609020204030204" pitchFamily="49" charset="0"/>
              </a:rPr>
              <a:t>MATK</a:t>
            </a:r>
            <a:br>
              <a:rPr lang="de-CH" dirty="0">
                <a:latin typeface="Consolas" panose="020B0609020204030204" pitchFamily="49" charset="0"/>
              </a:rPr>
            </a:br>
            <a:r>
              <a:rPr lang="de-CH" sz="1600" dirty="0"/>
              <a:t>Material </a:t>
            </a:r>
            <a:r>
              <a:rPr lang="de-CH" sz="1600" dirty="0" err="1"/>
              <a:t>parameters</a:t>
            </a:r>
            <a:r>
              <a:rPr lang="de-CH" sz="1600" dirty="0"/>
              <a:t> like</a:t>
            </a:r>
          </a:p>
          <a:p>
            <a:pPr marL="742950" lvl="1" indent="-285750">
              <a:buFont typeface="Symbol" panose="05050102010706020507" pitchFamily="18" charset="2"/>
              <a:buChar char="-"/>
            </a:pPr>
            <a:r>
              <a:rPr lang="de-CH" sz="1600" dirty="0" err="1"/>
              <a:t>E_c</a:t>
            </a:r>
            <a:endParaRPr lang="de-CH" sz="1600" dirty="0"/>
          </a:p>
          <a:p>
            <a:pPr marL="742950" lvl="1" indent="-285750">
              <a:buFont typeface="Symbol" panose="05050102010706020507" pitchFamily="18" charset="2"/>
              <a:buChar char="-"/>
            </a:pPr>
            <a:r>
              <a:rPr lang="de-CH" sz="1600" dirty="0" err="1"/>
              <a:t>nu_c</a:t>
            </a:r>
            <a:endParaRPr lang="de-CH" sz="1600" dirty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CH" dirty="0">
                <a:latin typeface="Consolas" panose="020B0609020204030204" pitchFamily="49" charset="0"/>
              </a:rPr>
              <a:t>ELEMENTS</a:t>
            </a:r>
            <a:br>
              <a:rPr lang="de-CH" dirty="0">
                <a:latin typeface="Consolas" panose="020B0609020204030204" pitchFamily="49" charset="0"/>
              </a:rPr>
            </a:br>
            <a:r>
              <a:rPr lang="de-CH" sz="1600" dirty="0"/>
              <a:t>?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CH" dirty="0">
                <a:latin typeface="Consolas" panose="020B0609020204030204" pitchFamily="49" charset="0"/>
              </a:rPr>
              <a:t>COORD</a:t>
            </a:r>
            <a:br>
              <a:rPr lang="de-CH" dirty="0">
                <a:latin typeface="Consolas" panose="020B0609020204030204" pitchFamily="49" charset="0"/>
              </a:rPr>
            </a:br>
            <a:r>
              <a:rPr lang="de-CH" sz="1600" dirty="0" err="1"/>
              <a:t>Coordinates</a:t>
            </a:r>
            <a:r>
              <a:rPr lang="de-CH" sz="1600" dirty="0"/>
              <a:t>?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CH" dirty="0" err="1">
                <a:latin typeface="Consolas" panose="020B0609020204030204" pitchFamily="49" charset="0"/>
              </a:rPr>
              <a:t>rotLG</a:t>
            </a:r>
            <a:br>
              <a:rPr lang="de-CH" dirty="0">
                <a:latin typeface="Consolas" panose="020B0609020204030204" pitchFamily="49" charset="0"/>
              </a:rPr>
            </a:br>
            <a:r>
              <a:rPr lang="de-CH" sz="1600" dirty="0"/>
              <a:t>Rotation </a:t>
            </a:r>
            <a:r>
              <a:rPr lang="de-CH" sz="1600" dirty="0" err="1"/>
              <a:t>matrix</a:t>
            </a:r>
            <a:r>
              <a:rPr lang="de-CH" sz="1600" dirty="0"/>
              <a:t>?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CH" dirty="0">
                <a:latin typeface="Consolas" panose="020B0609020204030204" pitchFamily="49" charset="0"/>
              </a:rPr>
              <a:t>ELS</a:t>
            </a:r>
            <a:br>
              <a:rPr lang="de-CH" dirty="0">
                <a:latin typeface="Consolas" panose="020B0609020204030204" pitchFamily="49" charset="0"/>
              </a:rPr>
            </a:br>
            <a:r>
              <a:rPr lang="de-CH" sz="1600" dirty="0"/>
              <a:t>?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CH" dirty="0" err="1">
                <a:latin typeface="Consolas" panose="020B0609020204030204" pitchFamily="49" charset="0"/>
              </a:rPr>
              <a:t>copln</a:t>
            </a:r>
            <a:br>
              <a:rPr lang="de-CH" dirty="0">
                <a:latin typeface="Consolas" panose="020B0609020204030204" pitchFamily="49" charset="0"/>
              </a:rPr>
            </a:br>
            <a:r>
              <a:rPr lang="de-CH" sz="1600" dirty="0"/>
              <a:t>?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CH" dirty="0" err="1">
                <a:latin typeface="Consolas" panose="020B0609020204030204" pitchFamily="49" charset="0"/>
              </a:rPr>
              <a:t>gauss_points</a:t>
            </a:r>
            <a:r>
              <a:rPr lang="de-CH" dirty="0">
                <a:latin typeface="Consolas" panose="020B0609020204030204" pitchFamily="49" charset="0"/>
              </a:rPr>
              <a:t> </a:t>
            </a:r>
            <a:r>
              <a:rPr lang="de-CH" dirty="0"/>
              <a:t>and</a:t>
            </a:r>
            <a:r>
              <a:rPr lang="de-CH" dirty="0">
                <a:latin typeface="Consolas" panose="020B0609020204030204" pitchFamily="49" charset="0"/>
              </a:rPr>
              <a:t> </a:t>
            </a:r>
            <a:r>
              <a:rPr lang="de-CH" dirty="0" err="1">
                <a:latin typeface="Consolas" panose="020B0609020204030204" pitchFamily="49" charset="0"/>
              </a:rPr>
              <a:t>gauss_order</a:t>
            </a:r>
            <a:br>
              <a:rPr lang="de-CH" dirty="0">
                <a:latin typeface="Consolas" panose="020B0609020204030204" pitchFamily="49" charset="0"/>
              </a:rPr>
            </a:br>
            <a:r>
              <a:rPr lang="de-CH" sz="1600" dirty="0" err="1"/>
              <a:t>can</a:t>
            </a:r>
            <a:r>
              <a:rPr lang="de-CH" sz="1600" dirty="0"/>
              <a:t> find </a:t>
            </a:r>
            <a:r>
              <a:rPr lang="de-CH" sz="1600" dirty="0" err="1"/>
              <a:t>this</a:t>
            </a:r>
            <a:r>
              <a:rPr lang="de-CH" sz="1600" dirty="0"/>
              <a:t> on </a:t>
            </a:r>
            <a:r>
              <a:rPr lang="de-CH" sz="1600" dirty="0" err="1"/>
              <a:t>internet</a:t>
            </a:r>
            <a:endParaRPr lang="de-CH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ED6CB4-697E-4D01-AFB2-3605C2C39160}"/>
              </a:ext>
            </a:extLst>
          </p:cNvPr>
          <p:cNvSpPr/>
          <p:nvPr/>
        </p:nvSpPr>
        <p:spPr>
          <a:xfrm>
            <a:off x="6351011" y="1326119"/>
            <a:ext cx="3557449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CH" dirty="0" err="1">
                <a:latin typeface="Consolas" panose="020B0609020204030204" pitchFamily="49" charset="0"/>
              </a:rPr>
              <a:t>get_et</a:t>
            </a:r>
            <a:br>
              <a:rPr lang="de-CH" dirty="0">
                <a:latin typeface="Consolas" panose="020B0609020204030204" pitchFamily="49" charset="0"/>
              </a:rPr>
            </a:br>
            <a:r>
              <a:rPr lang="de-CH" sz="1600" dirty="0">
                <a:sym typeface="Wingdings" panose="05000000000000000000" pitchFamily="2" charset="2"/>
              </a:rPr>
              <a:t> </a:t>
            </a:r>
            <a:r>
              <a:rPr lang="de-CH" sz="1600" dirty="0" err="1">
                <a:sym typeface="Wingdings" panose="05000000000000000000" pitchFamily="2" charset="2"/>
              </a:rPr>
              <a:t>function</a:t>
            </a:r>
            <a:r>
              <a:rPr lang="de-CH" sz="1600" dirty="0">
                <a:sym typeface="Wingdings" panose="05000000000000000000" pitchFamily="2" charset="2"/>
              </a:rPr>
              <a:t> </a:t>
            </a:r>
            <a:r>
              <a:rPr lang="de-CH" sz="1600" dirty="0" err="1">
                <a:sym typeface="Wingdings" panose="05000000000000000000" pitchFamily="2" charset="2"/>
              </a:rPr>
              <a:t>to</a:t>
            </a:r>
            <a:r>
              <a:rPr lang="de-CH" sz="1600" dirty="0">
                <a:sym typeface="Wingdings" panose="05000000000000000000" pitchFamily="2" charset="2"/>
              </a:rPr>
              <a:t> </a:t>
            </a:r>
            <a:r>
              <a:rPr lang="de-CH" sz="1600" dirty="0" err="1">
                <a:sym typeface="Wingdings" panose="05000000000000000000" pitchFamily="2" charset="2"/>
              </a:rPr>
              <a:t>get</a:t>
            </a:r>
            <a:r>
              <a:rPr lang="de-CH" sz="1600" dirty="0">
                <a:sym typeface="Wingdings" panose="05000000000000000000" pitchFamily="2" charset="2"/>
              </a:rPr>
              <a:t> </a:t>
            </a:r>
            <a:r>
              <a:rPr lang="de-CH" sz="1600" dirty="0" err="1">
                <a:sym typeface="Wingdings" panose="05000000000000000000" pitchFamily="2" charset="2"/>
              </a:rPr>
              <a:t>constitutive</a:t>
            </a:r>
            <a:r>
              <a:rPr lang="de-CH" sz="1600" dirty="0">
                <a:sym typeface="Wingdings" panose="05000000000000000000" pitchFamily="2" charset="2"/>
              </a:rPr>
              <a:t> </a:t>
            </a:r>
            <a:r>
              <a:rPr lang="de-CH" sz="1600" dirty="0" err="1">
                <a:sym typeface="Wingdings" panose="05000000000000000000" pitchFamily="2" charset="2"/>
              </a:rPr>
              <a:t>matrix</a:t>
            </a: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2045308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185F1-E5C9-4154-BDD4-F4738468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/>
              <a:t>Integration_LayerElement.py (</a:t>
            </a:r>
            <a:r>
              <a:rPr lang="de-DE" dirty="0" err="1"/>
              <a:t>Function</a:t>
            </a:r>
            <a:r>
              <a:rPr lang="de-DE" dirty="0"/>
              <a:t>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C6491-7CB0-46D2-B612-6E3BDAB5F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6312" y="1457325"/>
            <a:ext cx="10239375" cy="47577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dirty="0" err="1">
                <a:solidFill>
                  <a:schemeClr val="accent6"/>
                </a:solidFill>
                <a:latin typeface="Consolas" panose="020B0609020204030204" pitchFamily="49" charset="0"/>
              </a:rPr>
              <a:t>def</a:t>
            </a:r>
            <a:r>
              <a:rPr lang="de-DE" sz="1800" dirty="0">
                <a:latin typeface="Consolas" panose="020B0609020204030204" pitchFamily="49" charset="0"/>
              </a:rPr>
              <a:t> </a:t>
            </a:r>
            <a:r>
              <a:rPr lang="de-DE" sz="1800" dirty="0" err="1">
                <a:solidFill>
                  <a:srgbClr val="BF11B7"/>
                </a:solidFill>
                <a:latin typeface="Consolas" panose="020B0609020204030204" pitchFamily="49" charset="0"/>
              </a:rPr>
              <a:t>dh_kij</a:t>
            </a:r>
            <a:r>
              <a:rPr lang="de-DE" sz="1800" dirty="0">
                <a:latin typeface="Consolas" panose="020B0609020204030204" pitchFamily="49" charset="0"/>
              </a:rPr>
              <a:t>(</a:t>
            </a:r>
            <a:r>
              <a:rPr lang="de-DE" sz="1800" dirty="0" err="1">
                <a:latin typeface="Consolas" panose="020B0609020204030204" pitchFamily="49" charset="0"/>
              </a:rPr>
              <a:t>e_kij</a:t>
            </a:r>
            <a:r>
              <a:rPr lang="de-DE" sz="1800" dirty="0">
                <a:latin typeface="Consolas" panose="020B0609020204030204" pitchFamily="49" charset="0"/>
              </a:rPr>
              <a:t>, </a:t>
            </a:r>
            <a:r>
              <a:rPr lang="de-DE" sz="1800" dirty="0" err="1">
                <a:latin typeface="Consolas" panose="020B0609020204030204" pitchFamily="49" charset="0"/>
              </a:rPr>
              <a:t>s_kij</a:t>
            </a:r>
            <a:r>
              <a:rPr lang="de-DE" sz="1800" dirty="0">
                <a:latin typeface="Consolas" panose="020B0609020204030204" pitchFamily="49" charset="0"/>
              </a:rPr>
              <a:t>, k, i, j, </a:t>
            </a:r>
            <a:r>
              <a:rPr lang="de-DE" sz="1800" dirty="0" err="1">
                <a:latin typeface="Consolas" panose="020B0609020204030204" pitchFamily="49" charset="0"/>
              </a:rPr>
              <a:t>cm_k</a:t>
            </a:r>
            <a:r>
              <a:rPr lang="de-DE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de-DE" sz="1800" dirty="0"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chemeClr val="accent6"/>
                </a:solidFill>
                <a:latin typeface="Consolas" panose="020B0609020204030204" pitchFamily="49" charset="0"/>
              </a:rPr>
              <a:t> return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Dmh,Dmbh,Dbh,Dsh</a:t>
            </a:r>
            <a:endParaRPr lang="de-DE" sz="1800" dirty="0">
              <a:latin typeface="Consolas" panose="020B0609020204030204" pitchFamily="49" charset="0"/>
            </a:endParaRPr>
          </a:p>
          <a:p>
            <a:pPr>
              <a:buFontTx/>
              <a:buChar char="-"/>
            </a:pPr>
            <a:r>
              <a:rPr lang="de-DE" sz="1800" dirty="0"/>
              <a:t>Matrices </a:t>
            </a:r>
            <a:r>
              <a:rPr lang="de-DE" sz="1800" dirty="0" err="1"/>
              <a:t>Dmh</a:t>
            </a:r>
            <a:r>
              <a:rPr lang="de-DE" sz="1800" dirty="0"/>
              <a:t>, </a:t>
            </a:r>
            <a:r>
              <a:rPr lang="de-DE" sz="1800" dirty="0" err="1"/>
              <a:t>Dmbh</a:t>
            </a:r>
            <a:r>
              <a:rPr lang="de-DE" sz="1800" dirty="0"/>
              <a:t>, </a:t>
            </a:r>
            <a:r>
              <a:rPr lang="de-DE" sz="1800" dirty="0" err="1"/>
              <a:t>Dbh</a:t>
            </a:r>
            <a:r>
              <a:rPr lang="de-DE" sz="1800" dirty="0"/>
              <a:t>, </a:t>
            </a:r>
            <a:r>
              <a:rPr lang="de-DE" sz="1800" dirty="0" err="1"/>
              <a:t>Dsh</a:t>
            </a:r>
            <a:br>
              <a:rPr lang="de-DE" sz="1800" dirty="0"/>
            </a:br>
            <a:r>
              <a:rPr lang="de-DE" sz="1800" dirty="0">
                <a:sym typeface="Wingdings" panose="05000000000000000000" pitchFamily="2" charset="2"/>
              </a:rPr>
              <a:t> </a:t>
            </a:r>
            <a:r>
              <a:rPr lang="de-DE" sz="1800" dirty="0" err="1">
                <a:sym typeface="Wingdings" panose="05000000000000000000" pitchFamily="2" charset="2"/>
              </a:rPr>
              <a:t>definition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see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book</a:t>
            </a:r>
            <a:r>
              <a:rPr lang="de-DE" sz="1800" dirty="0">
                <a:sym typeface="Wingdings" panose="05000000000000000000" pitchFamily="2" charset="2"/>
              </a:rPr>
              <a:t>, p. 393 </a:t>
            </a:r>
            <a:r>
              <a:rPr lang="de-DE" sz="1800" dirty="0" err="1">
                <a:sym typeface="Wingdings" panose="05000000000000000000" pitchFamily="2" charset="2"/>
              </a:rPr>
              <a:t>Eq</a:t>
            </a:r>
            <a:r>
              <a:rPr lang="de-DE" sz="1800" dirty="0">
                <a:sym typeface="Wingdings" panose="05000000000000000000" pitchFamily="2" charset="2"/>
              </a:rPr>
              <a:t>. (7.19)</a:t>
            </a:r>
          </a:p>
          <a:p>
            <a:pPr>
              <a:buFontTx/>
              <a:buChar char="-"/>
            </a:pPr>
            <a:r>
              <a:rPr lang="de-DE" sz="1800" dirty="0" err="1">
                <a:sym typeface="Wingdings" panose="05000000000000000000" pitchFamily="2" charset="2"/>
              </a:rPr>
              <a:t>Dmh</a:t>
            </a:r>
            <a:r>
              <a:rPr lang="de-DE" sz="1800" dirty="0">
                <a:sym typeface="Wingdings" panose="05000000000000000000" pitchFamily="2" charset="2"/>
              </a:rPr>
              <a:t>, </a:t>
            </a:r>
            <a:r>
              <a:rPr lang="de-DE" sz="1800" dirty="0" err="1">
                <a:sym typeface="Wingdings" panose="05000000000000000000" pitchFamily="2" charset="2"/>
              </a:rPr>
              <a:t>Dmbh</a:t>
            </a:r>
            <a:r>
              <a:rPr lang="de-DE" sz="1800" dirty="0">
                <a:sym typeface="Wingdings" panose="05000000000000000000" pitchFamily="2" charset="2"/>
              </a:rPr>
              <a:t>: Membrane </a:t>
            </a:r>
            <a:r>
              <a:rPr lang="de-DE" sz="1800" dirty="0" err="1">
                <a:sym typeface="Wingdings" panose="05000000000000000000" pitchFamily="2" charset="2"/>
              </a:rPr>
              <a:t>force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stiffness</a:t>
            </a:r>
            <a:r>
              <a:rPr lang="de-DE" sz="1800" dirty="0">
                <a:sym typeface="Wingdings" panose="05000000000000000000" pitchFamily="2" charset="2"/>
              </a:rPr>
              <a:t> (and </a:t>
            </a:r>
            <a:r>
              <a:rPr lang="de-DE" sz="1800" dirty="0" err="1">
                <a:sym typeface="Wingdings" panose="05000000000000000000" pitchFamily="2" charset="2"/>
              </a:rPr>
              <a:t>mixed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stiffness</a:t>
            </a:r>
            <a:r>
              <a:rPr lang="de-DE" sz="1800" dirty="0">
                <a:sym typeface="Wingdings" panose="05000000000000000000" pitchFamily="2" charset="2"/>
              </a:rPr>
              <a:t>)</a:t>
            </a:r>
          </a:p>
          <a:p>
            <a:pPr>
              <a:buFontTx/>
              <a:buChar char="-"/>
            </a:pPr>
            <a:r>
              <a:rPr lang="de-DE" sz="1800" dirty="0" err="1"/>
              <a:t>Dbh</a:t>
            </a:r>
            <a:r>
              <a:rPr lang="de-DE" sz="1800" dirty="0"/>
              <a:t>: </a:t>
            </a:r>
            <a:r>
              <a:rPr lang="de-DE" sz="1800" dirty="0" err="1"/>
              <a:t>Bending</a:t>
            </a:r>
            <a:r>
              <a:rPr lang="de-DE" sz="1800" dirty="0"/>
              <a:t> </a:t>
            </a:r>
            <a:r>
              <a:rPr lang="de-DE" sz="1800" dirty="0" err="1"/>
              <a:t>moment</a:t>
            </a:r>
            <a:r>
              <a:rPr lang="de-DE" sz="1800" dirty="0"/>
              <a:t> </a:t>
            </a:r>
            <a:r>
              <a:rPr lang="de-DE" sz="1800" dirty="0" err="1"/>
              <a:t>stiffness</a:t>
            </a:r>
            <a:endParaRPr lang="de-DE" sz="1800" dirty="0"/>
          </a:p>
          <a:p>
            <a:pPr>
              <a:buFontTx/>
              <a:buChar char="-"/>
            </a:pPr>
            <a:r>
              <a:rPr lang="de-DE" sz="1800" dirty="0" err="1"/>
              <a:t>Dsh</a:t>
            </a:r>
            <a:r>
              <a:rPr lang="de-DE" sz="1800" dirty="0"/>
              <a:t>: Transverse </a:t>
            </a:r>
            <a:r>
              <a:rPr lang="de-DE" sz="1800" dirty="0" err="1"/>
              <a:t>shear</a:t>
            </a:r>
            <a:r>
              <a:rPr lang="de-DE" sz="1800" dirty="0"/>
              <a:t> </a:t>
            </a:r>
            <a:r>
              <a:rPr lang="de-DE" sz="1800" dirty="0" err="1"/>
              <a:t>stiffness</a:t>
            </a:r>
            <a:endParaRPr lang="de-DE" sz="1800" dirty="0"/>
          </a:p>
          <a:p>
            <a:pPr>
              <a:buFontTx/>
              <a:buChar char="-"/>
            </a:pPr>
            <a:r>
              <a:rPr lang="de-DE" sz="1800" dirty="0"/>
              <a:t>k, i, j: Location at </a:t>
            </a:r>
            <a:r>
              <a:rPr lang="de-DE" sz="1800" dirty="0" err="1"/>
              <a:t>which</a:t>
            </a:r>
            <a:r>
              <a:rPr lang="de-DE" sz="1800" dirty="0"/>
              <a:t> the </a:t>
            </a:r>
            <a:r>
              <a:rPr lang="de-DE" sz="1800" dirty="0" err="1"/>
              <a:t>matrix</a:t>
            </a:r>
            <a:r>
              <a:rPr lang="de-DE" sz="1800" dirty="0"/>
              <a:t> </a:t>
            </a:r>
            <a:r>
              <a:rPr lang="de-DE" sz="1800" dirty="0" err="1"/>
              <a:t>is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be</a:t>
            </a:r>
            <a:r>
              <a:rPr lang="de-DE" sz="1800" dirty="0"/>
              <a:t> </a:t>
            </a:r>
            <a:r>
              <a:rPr lang="de-DE" sz="1800" dirty="0" err="1"/>
              <a:t>evaluated</a:t>
            </a:r>
            <a:endParaRPr lang="de-DE" sz="1800" dirty="0"/>
          </a:p>
          <a:p>
            <a:pPr>
              <a:buFontTx/>
              <a:buChar char="-"/>
            </a:pPr>
            <a:r>
              <a:rPr lang="de-DE" sz="1800" dirty="0" err="1"/>
              <a:t>cm_k</a:t>
            </a:r>
            <a:r>
              <a:rPr lang="de-DE" sz="1800" dirty="0"/>
              <a:t> = ? </a:t>
            </a:r>
          </a:p>
          <a:p>
            <a:pPr marL="0" indent="0">
              <a:buNone/>
            </a:pPr>
            <a:endParaRPr lang="de-DE" sz="1800" dirty="0"/>
          </a:p>
          <a:p>
            <a:pPr>
              <a:buFontTx/>
              <a:buChar char="-"/>
            </a:pPr>
            <a:r>
              <a:rPr lang="de-DE" sz="1800" dirty="0" err="1"/>
              <a:t>Function</a:t>
            </a:r>
            <a:r>
              <a:rPr lang="de-DE" sz="1800" dirty="0"/>
              <a:t> </a:t>
            </a:r>
            <a:r>
              <a:rPr lang="de-DE" sz="1800" dirty="0" err="1"/>
              <a:t>requires</a:t>
            </a:r>
            <a:r>
              <a:rPr lang="de-DE" sz="1800" dirty="0"/>
              <a:t> a </a:t>
            </a:r>
            <a:r>
              <a:rPr lang="de-DE" sz="1800" dirty="0" err="1"/>
              <a:t>definition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two</a:t>
            </a:r>
            <a:r>
              <a:rPr lang="de-DE" sz="1800" dirty="0"/>
              <a:t> </a:t>
            </a:r>
            <a:r>
              <a:rPr lang="de-DE" sz="1800" dirty="0" err="1"/>
              <a:t>constitutive</a:t>
            </a:r>
            <a:r>
              <a:rPr lang="de-DE" sz="1800" dirty="0"/>
              <a:t> </a:t>
            </a:r>
            <a:r>
              <a:rPr lang="de-DE" sz="1800" dirty="0" err="1"/>
              <a:t>matrices</a:t>
            </a:r>
            <a:r>
              <a:rPr lang="de-DE" sz="1800" dirty="0"/>
              <a:t> </a:t>
            </a:r>
            <a:r>
              <a:rPr lang="de-DE" sz="1800" dirty="0" err="1"/>
              <a:t>D_p</a:t>
            </a:r>
            <a:r>
              <a:rPr lang="de-DE" sz="1800" dirty="0"/>
              <a:t> and D_s (</a:t>
            </a:r>
            <a:r>
              <a:rPr lang="de-DE" sz="1800" dirty="0" err="1"/>
              <a:t>book</a:t>
            </a:r>
            <a:r>
              <a:rPr lang="de-DE" sz="1800" dirty="0"/>
              <a:t> p. 394, </a:t>
            </a:r>
            <a:r>
              <a:rPr lang="de-DE" sz="1800" dirty="0" err="1"/>
              <a:t>Eq</a:t>
            </a:r>
            <a:r>
              <a:rPr lang="de-DE" sz="1800" dirty="0"/>
              <a:t>. (7.24b))</a:t>
            </a:r>
            <a:br>
              <a:rPr lang="de-DE" sz="1800" dirty="0"/>
            </a:br>
            <a:r>
              <a:rPr lang="de-DE" sz="1800" dirty="0">
                <a:sym typeface="Wingdings" panose="05000000000000000000" pitchFamily="2" charset="2"/>
              </a:rPr>
              <a:t> </a:t>
            </a:r>
            <a:r>
              <a:rPr lang="de-DE" sz="1800" dirty="0" err="1">
                <a:solidFill>
                  <a:srgbClr val="BF11B7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get_et</a:t>
            </a:r>
            <a:r>
              <a:rPr lang="de-DE" sz="1800" dirty="0">
                <a:solidFill>
                  <a:srgbClr val="BF11B7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function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called</a:t>
            </a:r>
            <a:r>
              <a:rPr lang="de-DE" sz="1800" dirty="0">
                <a:sym typeface="Wingdings" panose="05000000000000000000" pitchFamily="2" charset="2"/>
              </a:rPr>
              <a:t> (not </a:t>
            </a:r>
            <a:r>
              <a:rPr lang="de-DE" sz="1800" dirty="0" err="1">
                <a:sym typeface="Wingdings" panose="05000000000000000000" pitchFamily="2" charset="2"/>
              </a:rPr>
              <a:t>defined</a:t>
            </a:r>
            <a:r>
              <a:rPr lang="de-DE" sz="1800" dirty="0">
                <a:sym typeface="Wingdings" panose="05000000000000000000" pitchFamily="2" charset="2"/>
              </a:rPr>
              <a:t>…)</a:t>
            </a:r>
            <a:endParaRPr lang="de-DE" sz="1800" dirty="0"/>
          </a:p>
          <a:p>
            <a:pPr>
              <a:buFontTx/>
              <a:buChar char="-"/>
            </a:pP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1385757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185F1-E5C9-4154-BDD4-F4738468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/>
              <a:t>Integration_LayerElement.py (</a:t>
            </a:r>
            <a:r>
              <a:rPr lang="de-DE" dirty="0" err="1"/>
              <a:t>Function</a:t>
            </a:r>
            <a:r>
              <a:rPr lang="de-DE" dirty="0"/>
              <a:t> 2)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2DEC90-59F3-46D7-A558-49039F100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dirty="0" err="1">
                <a:solidFill>
                  <a:schemeClr val="accent6"/>
                </a:solidFill>
                <a:latin typeface="Consolas" panose="020B0609020204030204" pitchFamily="49" charset="0"/>
              </a:rPr>
              <a:t>def</a:t>
            </a:r>
            <a:r>
              <a:rPr lang="de-DE" sz="1800" dirty="0">
                <a:solidFill>
                  <a:schemeClr val="accent6"/>
                </a:solidFill>
                <a:latin typeface="Consolas" panose="020B0609020204030204" pitchFamily="49" charset="0"/>
              </a:rPr>
              <a:t> </a:t>
            </a:r>
            <a:r>
              <a:rPr lang="de-CH" sz="1800" dirty="0" err="1">
                <a:solidFill>
                  <a:srgbClr val="BF11B7"/>
                </a:solidFill>
                <a:latin typeface="Consolas" panose="020B0609020204030204" pitchFamily="49" charset="0"/>
              </a:rPr>
              <a:t>k_k</a:t>
            </a:r>
            <a:r>
              <a:rPr lang="de-CH" sz="1800" dirty="0">
                <a:latin typeface="Consolas" panose="020B0609020204030204" pitchFamily="49" charset="0"/>
              </a:rPr>
              <a:t>(</a:t>
            </a:r>
            <a:r>
              <a:rPr lang="de-CH" sz="1800" dirty="0" err="1">
                <a:latin typeface="Consolas" panose="020B0609020204030204" pitchFamily="49" charset="0"/>
              </a:rPr>
              <a:t>Bm_k,Bb_k,Bs_k,Jdet_k,e_k,s_k</a:t>
            </a:r>
            <a:r>
              <a:rPr lang="de-CH" sz="1800" dirty="0">
                <a:latin typeface="Consolas" panose="020B0609020204030204" pitchFamily="49" charset="0"/>
              </a:rPr>
              <a:t>, k, </a:t>
            </a:r>
            <a:r>
              <a:rPr lang="de-CH" sz="1800" dirty="0" err="1">
                <a:latin typeface="Consolas" panose="020B0609020204030204" pitchFamily="49" charset="0"/>
              </a:rPr>
              <a:t>cm_k</a:t>
            </a:r>
            <a:r>
              <a:rPr lang="de-CH" sz="1800" dirty="0">
                <a:latin typeface="Consolas" panose="020B0609020204030204" pitchFamily="49" charset="0"/>
              </a:rPr>
              <a:t>)</a:t>
            </a:r>
            <a:br>
              <a:rPr lang="de-CH" sz="1800" dirty="0">
                <a:latin typeface="Consolas" panose="020B0609020204030204" pitchFamily="49" charset="0"/>
              </a:rPr>
            </a:br>
            <a:r>
              <a:rPr lang="de-CH" sz="1800" dirty="0">
                <a:latin typeface="Consolas" panose="020B0609020204030204" pitchFamily="49" charset="0"/>
              </a:rPr>
              <a:t>	</a:t>
            </a:r>
            <a:r>
              <a:rPr lang="de-CH" sz="1800" dirty="0" err="1">
                <a:solidFill>
                  <a:schemeClr val="accent6"/>
                </a:solidFill>
                <a:latin typeface="Consolas" panose="020B0609020204030204" pitchFamily="49" charset="0"/>
              </a:rPr>
              <a:t>return</a:t>
            </a:r>
            <a:r>
              <a:rPr lang="de-CH" sz="1800" dirty="0">
                <a:latin typeface="Consolas" panose="020B0609020204030204" pitchFamily="49" charset="0"/>
              </a:rPr>
              <a:t> Ke</a:t>
            </a:r>
          </a:p>
          <a:p>
            <a:pPr marL="0" indent="0">
              <a:buNone/>
            </a:pPr>
            <a:endParaRPr lang="de-CH" sz="1800" dirty="0">
              <a:latin typeface="Consolas" panose="020B0609020204030204" pitchFamily="49" charset="0"/>
            </a:endParaRPr>
          </a:p>
          <a:p>
            <a:pPr>
              <a:buFontTx/>
              <a:buChar char="-"/>
            </a:pPr>
            <a:r>
              <a:rPr lang="de-DE" sz="1800" dirty="0"/>
              <a:t>Definition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B_m</a:t>
            </a:r>
            <a:r>
              <a:rPr lang="de-DE" sz="1800" dirty="0"/>
              <a:t>, </a:t>
            </a:r>
            <a:r>
              <a:rPr lang="de-DE" sz="1800" dirty="0" err="1"/>
              <a:t>B_b</a:t>
            </a:r>
            <a:r>
              <a:rPr lang="de-DE" sz="1800" dirty="0"/>
              <a:t> and B_s </a:t>
            </a:r>
            <a:r>
              <a:rPr lang="de-DE" sz="1800" dirty="0" err="1"/>
              <a:t>see</a:t>
            </a:r>
            <a:r>
              <a:rPr lang="de-DE" sz="1800" dirty="0"/>
              <a:t> </a:t>
            </a:r>
            <a:r>
              <a:rPr lang="de-DE" sz="1800" dirty="0" err="1"/>
              <a:t>book</a:t>
            </a:r>
            <a:r>
              <a:rPr lang="de-DE" sz="1800" dirty="0"/>
              <a:t> p.402, </a:t>
            </a:r>
            <a:r>
              <a:rPr lang="de-DE" sz="1800" dirty="0" err="1"/>
              <a:t>Eq</a:t>
            </a:r>
            <a:r>
              <a:rPr lang="de-DE" sz="1800" dirty="0"/>
              <a:t>. (7.56)</a:t>
            </a:r>
          </a:p>
          <a:p>
            <a:pPr>
              <a:buFontTx/>
              <a:buChar char="-"/>
            </a:pPr>
            <a:r>
              <a:rPr lang="de-DE" sz="1800" dirty="0" err="1"/>
              <a:t>E_k</a:t>
            </a:r>
            <a:r>
              <a:rPr lang="de-DE" sz="1800" dirty="0"/>
              <a:t>, </a:t>
            </a:r>
            <a:r>
              <a:rPr lang="de-DE" sz="1800" dirty="0" err="1"/>
              <a:t>s_k</a:t>
            </a:r>
            <a:r>
              <a:rPr lang="de-DE" sz="1800" dirty="0"/>
              <a:t>, k: </a:t>
            </a:r>
            <a:r>
              <a:rPr lang="de-DE" sz="1800" dirty="0" err="1"/>
              <a:t>values</a:t>
            </a:r>
            <a:r>
              <a:rPr lang="de-DE" sz="1800" dirty="0"/>
              <a:t> </a:t>
            </a:r>
            <a:r>
              <a:rPr lang="de-DE" sz="1800" dirty="0" err="1"/>
              <a:t>for</a:t>
            </a:r>
            <a:r>
              <a:rPr lang="de-DE" sz="1800" dirty="0"/>
              <a:t> </a:t>
            </a:r>
            <a:r>
              <a:rPr lang="de-DE" sz="1800" dirty="0" err="1"/>
              <a:t>strains</a:t>
            </a:r>
            <a:r>
              <a:rPr lang="de-DE" sz="1800" dirty="0"/>
              <a:t> and </a:t>
            </a:r>
            <a:r>
              <a:rPr lang="de-DE" sz="1800" dirty="0" err="1"/>
              <a:t>stresses</a:t>
            </a:r>
            <a:r>
              <a:rPr lang="de-DE" sz="1800" dirty="0"/>
              <a:t> </a:t>
            </a:r>
            <a:r>
              <a:rPr lang="de-DE" sz="1800" dirty="0" err="1"/>
              <a:t>passed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>
                <a:solidFill>
                  <a:srgbClr val="BF11B7"/>
                </a:solidFill>
                <a:latin typeface="Consolas" panose="020B0609020204030204" pitchFamily="49" charset="0"/>
              </a:rPr>
              <a:t>dh_kij</a:t>
            </a:r>
            <a:r>
              <a:rPr lang="de-DE" sz="1800" dirty="0"/>
              <a:t> </a:t>
            </a:r>
            <a:r>
              <a:rPr lang="de-DE" sz="1800" dirty="0" err="1"/>
              <a:t>function</a:t>
            </a:r>
            <a:endParaRPr lang="de-DE" sz="1800" dirty="0"/>
          </a:p>
          <a:p>
            <a:pPr>
              <a:buFontTx/>
              <a:buChar char="-"/>
            </a:pPr>
            <a:r>
              <a:rPr lang="de-DE" sz="1800" dirty="0" err="1"/>
              <a:t>Calculation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K_i</a:t>
            </a:r>
            <a:r>
              <a:rPr lang="de-DE" sz="1800" dirty="0"/>
              <a:t> </a:t>
            </a:r>
            <a:r>
              <a:rPr lang="de-DE" sz="1800" dirty="0" err="1"/>
              <a:t>with</a:t>
            </a:r>
            <a:r>
              <a:rPr lang="de-DE" sz="1800" dirty="0"/>
              <a:t> </a:t>
            </a:r>
            <a:r>
              <a:rPr lang="de-DE" sz="1800" dirty="0" err="1"/>
              <a:t>Eq</a:t>
            </a:r>
            <a:r>
              <a:rPr lang="de-DE" sz="1800" dirty="0"/>
              <a:t>. (7.57), </a:t>
            </a:r>
            <a:r>
              <a:rPr lang="de-DE" sz="1800" dirty="0" err="1"/>
              <a:t>book</a:t>
            </a:r>
            <a:r>
              <a:rPr lang="de-DE" sz="1800" dirty="0"/>
              <a:t> p.402</a:t>
            </a:r>
          </a:p>
          <a:p>
            <a:pPr>
              <a:buFontTx/>
              <a:buChar char="-"/>
            </a:pPr>
            <a:r>
              <a:rPr lang="de-DE" sz="1800" dirty="0"/>
              <a:t>Summation </a:t>
            </a:r>
            <a:r>
              <a:rPr lang="de-DE" sz="1800" dirty="0" err="1"/>
              <a:t>of</a:t>
            </a:r>
            <a:r>
              <a:rPr lang="de-DE" sz="1800" dirty="0"/>
              <a:t> all </a:t>
            </a:r>
            <a:r>
              <a:rPr lang="de-DE" sz="1800" dirty="0" err="1"/>
              <a:t>K_i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receive</a:t>
            </a:r>
            <a:r>
              <a:rPr lang="de-DE" sz="1800" dirty="0"/>
              <a:t> </a:t>
            </a:r>
            <a:r>
              <a:rPr lang="de-DE" sz="1800" dirty="0" err="1"/>
              <a:t>entire</a:t>
            </a:r>
            <a:r>
              <a:rPr lang="de-DE" sz="1800" dirty="0"/>
              <a:t> </a:t>
            </a:r>
            <a:r>
              <a:rPr lang="de-DE" sz="1800" dirty="0" err="1"/>
              <a:t>stiffness</a:t>
            </a:r>
            <a:r>
              <a:rPr lang="de-DE" sz="1800" dirty="0"/>
              <a:t> </a:t>
            </a:r>
            <a:r>
              <a:rPr lang="de-DE" sz="1800" dirty="0" err="1"/>
              <a:t>matrix</a:t>
            </a:r>
            <a:endParaRPr lang="de-DE" sz="1800" dirty="0"/>
          </a:p>
          <a:p>
            <a:pPr>
              <a:buFontTx/>
              <a:buChar char="-"/>
            </a:pPr>
            <a:endParaRPr lang="de-DE" sz="1800" dirty="0"/>
          </a:p>
          <a:p>
            <a:pPr>
              <a:buFontTx/>
              <a:buChar char="-"/>
            </a:pP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3583399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FCC08-E1A5-4AAB-9BC3-38BB7A167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-201375"/>
            <a:ext cx="10515600" cy="1325563"/>
          </a:xfrm>
        </p:spPr>
        <p:txBody>
          <a:bodyPr/>
          <a:lstStyle/>
          <a:p>
            <a:r>
              <a:rPr lang="de-DE" dirty="0"/>
              <a:t>Stresses_mixreinf.py – </a:t>
            </a:r>
            <a:r>
              <a:rPr lang="de-DE" b="1" dirty="0"/>
              <a:t>OVERVIEW</a:t>
            </a:r>
            <a:r>
              <a:rPr lang="de-DE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B6042-FFDA-45C2-A50D-9584FAFFA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124188"/>
            <a:ext cx="8105775" cy="62420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dirty="0" err="1">
                <a:latin typeface="Consolas" panose="020B0609020204030204" pitchFamily="49" charset="0"/>
              </a:rPr>
              <a:t>class</a:t>
            </a:r>
            <a:r>
              <a:rPr lang="de-DE" sz="1600" dirty="0"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chemeClr val="accent1"/>
                </a:solidFill>
                <a:latin typeface="Consolas" panose="020B0609020204030204" pitchFamily="49" charset="0"/>
              </a:rPr>
              <a:t>stress</a:t>
            </a:r>
            <a:r>
              <a:rPr lang="de-DE" sz="1600" dirty="0">
                <a:latin typeface="Consolas" panose="020B0609020204030204" pitchFamily="49" charset="0"/>
              </a:rPr>
              <a:t>()</a:t>
            </a:r>
          </a:p>
          <a:p>
            <a:r>
              <a:rPr lang="de-DE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def</a:t>
            </a:r>
            <a:r>
              <a:rPr lang="de-DE" sz="1600" dirty="0">
                <a:latin typeface="Consolas" panose="020B0609020204030204" pitchFamily="49" charset="0"/>
              </a:rPr>
              <a:t> </a:t>
            </a:r>
            <a:r>
              <a:rPr lang="nl-NL" sz="1600" dirty="0">
                <a:solidFill>
                  <a:srgbClr val="BF11B7"/>
                </a:solidFill>
                <a:latin typeface="Consolas" panose="020B0609020204030204" pitchFamily="49" charset="0"/>
              </a:rPr>
              <a:t>__init__</a:t>
            </a:r>
            <a:r>
              <a:rPr lang="nl-NL" sz="1600" dirty="0">
                <a:latin typeface="Consolas" panose="020B0609020204030204" pitchFamily="49" charset="0"/>
              </a:rPr>
              <a:t>(self,cm_klij,MAT,GEOM)</a:t>
            </a:r>
            <a:endParaRPr lang="de-DE" sz="1600" dirty="0">
              <a:latin typeface="Consolas" panose="020B0609020204030204" pitchFamily="49" charset="0"/>
            </a:endParaRPr>
          </a:p>
          <a:p>
            <a:r>
              <a:rPr lang="de-DE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def</a:t>
            </a:r>
            <a:r>
              <a:rPr lang="de-DE" sz="1600" dirty="0">
                <a:solidFill>
                  <a:schemeClr val="accent6"/>
                </a:solidFill>
                <a:latin typeface="Consolas" panose="020B0609020204030204" pitchFamily="49" charset="0"/>
              </a:rPr>
              <a:t> </a:t>
            </a:r>
            <a:r>
              <a:rPr lang="de-CH" sz="1600" dirty="0" err="1">
                <a:solidFill>
                  <a:srgbClr val="BF11B7"/>
                </a:solidFill>
                <a:latin typeface="Consolas" panose="020B0609020204030204" pitchFamily="49" charset="0"/>
              </a:rPr>
              <a:t>principal</a:t>
            </a:r>
            <a:r>
              <a:rPr lang="de-CH" sz="1600" dirty="0">
                <a:latin typeface="Consolas" panose="020B0609020204030204" pitchFamily="49" charset="0"/>
              </a:rPr>
              <a:t>(</a:t>
            </a:r>
            <a:r>
              <a:rPr lang="de-CH" sz="1600" dirty="0" err="1">
                <a:latin typeface="Consolas" panose="020B0609020204030204" pitchFamily="49" charset="0"/>
              </a:rPr>
              <a:t>self.ex</a:t>
            </a:r>
            <a:r>
              <a:rPr lang="de-CH" sz="1600" dirty="0">
                <a:latin typeface="Consolas" panose="020B0609020204030204" pitchFamily="49" charset="0"/>
              </a:rPr>
              <a:t>, </a:t>
            </a:r>
            <a:r>
              <a:rPr lang="de-CH" sz="1600" dirty="0" err="1">
                <a:latin typeface="Consolas" panose="020B0609020204030204" pitchFamily="49" charset="0"/>
              </a:rPr>
              <a:t>self.ey</a:t>
            </a:r>
            <a:r>
              <a:rPr lang="de-CH" sz="1600" dirty="0">
                <a:latin typeface="Consolas" panose="020B0609020204030204" pitchFamily="49" charset="0"/>
              </a:rPr>
              <a:t>, </a:t>
            </a:r>
            <a:r>
              <a:rPr lang="de-CH" sz="1600" dirty="0" err="1">
                <a:latin typeface="Consolas" panose="020B0609020204030204" pitchFamily="49" charset="0"/>
              </a:rPr>
              <a:t>self.gxy</a:t>
            </a:r>
            <a:r>
              <a:rPr lang="de-CH" sz="1600" dirty="0">
                <a:latin typeface="Consolas" panose="020B0609020204030204" pitchFamily="49" charset="0"/>
              </a:rPr>
              <a:t>)</a:t>
            </a:r>
            <a:br>
              <a:rPr lang="de-CH" sz="1600" dirty="0">
                <a:latin typeface="Consolas" panose="020B0609020204030204" pitchFamily="49" charset="0"/>
              </a:rPr>
            </a:br>
            <a:r>
              <a:rPr lang="de-CH" sz="1600" dirty="0">
                <a:latin typeface="Consolas" panose="020B0609020204030204" pitchFamily="49" charset="0"/>
              </a:rPr>
              <a:t>	</a:t>
            </a:r>
            <a:r>
              <a:rPr lang="de-CH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return</a:t>
            </a:r>
            <a:r>
              <a:rPr lang="de-CH" sz="1600" dirty="0">
                <a:latin typeface="Consolas" panose="020B0609020204030204" pitchFamily="49" charset="0"/>
              </a:rPr>
              <a:t> self.e1, self.e3, self.th</a:t>
            </a:r>
          </a:p>
          <a:p>
            <a:r>
              <a:rPr lang="de-CH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def</a:t>
            </a:r>
            <a:r>
              <a:rPr lang="de-CH" sz="1600" dirty="0">
                <a:latin typeface="Consolas" panose="020B0609020204030204" pitchFamily="49" charset="0"/>
              </a:rPr>
              <a:t> </a:t>
            </a:r>
            <a:r>
              <a:rPr lang="de-CH" sz="1600" dirty="0" err="1">
                <a:solidFill>
                  <a:srgbClr val="BF11B7"/>
                </a:solidFill>
                <a:latin typeface="Consolas" panose="020B0609020204030204" pitchFamily="49" charset="0"/>
              </a:rPr>
              <a:t>t_mat</a:t>
            </a:r>
            <a:r>
              <a:rPr lang="de-CH" sz="1600" dirty="0">
                <a:latin typeface="Consolas" panose="020B0609020204030204" pitchFamily="49" charset="0"/>
              </a:rPr>
              <a:t>(self.th)</a:t>
            </a:r>
            <a:br>
              <a:rPr lang="de-CH" sz="1600" dirty="0">
                <a:latin typeface="Consolas" panose="020B0609020204030204" pitchFamily="49" charset="0"/>
              </a:rPr>
            </a:br>
            <a:r>
              <a:rPr lang="de-CH" sz="1600" dirty="0">
                <a:latin typeface="Consolas" panose="020B0609020204030204" pitchFamily="49" charset="0"/>
              </a:rPr>
              <a:t>	</a:t>
            </a:r>
            <a:r>
              <a:rPr lang="de-CH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return</a:t>
            </a:r>
            <a:r>
              <a:rPr lang="de-CH" sz="1600" dirty="0">
                <a:latin typeface="Consolas" panose="020B0609020204030204" pitchFamily="49" charset="0"/>
              </a:rPr>
              <a:t> </a:t>
            </a:r>
            <a:r>
              <a:rPr lang="de-CH" sz="1600" dirty="0" err="1">
                <a:latin typeface="Consolas" panose="020B0609020204030204" pitchFamily="49" charset="0"/>
              </a:rPr>
              <a:t>self.Tsigma</a:t>
            </a:r>
            <a:r>
              <a:rPr lang="de-CH" sz="1600" dirty="0">
                <a:latin typeface="Consolas" panose="020B0609020204030204" pitchFamily="49" charset="0"/>
              </a:rPr>
              <a:t>, </a:t>
            </a:r>
            <a:r>
              <a:rPr lang="de-CH" sz="1600" dirty="0" err="1">
                <a:latin typeface="Consolas" panose="020B0609020204030204" pitchFamily="49" charset="0"/>
              </a:rPr>
              <a:t>self.Tepsilon</a:t>
            </a:r>
            <a:r>
              <a:rPr lang="de-CH" sz="1600" dirty="0">
                <a:latin typeface="Consolas" panose="020B0609020204030204" pitchFamily="49" charset="0"/>
              </a:rPr>
              <a:t>)</a:t>
            </a:r>
          </a:p>
          <a:p>
            <a:r>
              <a:rPr lang="de-CH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def</a:t>
            </a:r>
            <a:r>
              <a:rPr lang="de-CH" sz="1600" dirty="0">
                <a:latin typeface="Consolas" panose="020B0609020204030204" pitchFamily="49" charset="0"/>
              </a:rPr>
              <a:t> </a:t>
            </a:r>
            <a:r>
              <a:rPr lang="de-CH" sz="1600" dirty="0" err="1">
                <a:solidFill>
                  <a:srgbClr val="BF11B7"/>
                </a:solidFill>
                <a:latin typeface="Consolas" panose="020B0609020204030204" pitchFamily="49" charset="0"/>
              </a:rPr>
              <a:t>fcs</a:t>
            </a:r>
            <a:r>
              <a:rPr lang="de-CH" sz="1600" dirty="0">
                <a:latin typeface="Consolas" panose="020B0609020204030204" pitchFamily="49" charset="0"/>
              </a:rPr>
              <a:t>(</a:t>
            </a:r>
            <a:r>
              <a:rPr lang="de-CH" sz="1600" dirty="0" err="1">
                <a:latin typeface="Consolas" panose="020B0609020204030204" pitchFamily="49" charset="0"/>
              </a:rPr>
              <a:t>self.fcp</a:t>
            </a:r>
            <a:r>
              <a:rPr lang="de-CH" sz="1600" dirty="0">
                <a:latin typeface="Consolas" panose="020B0609020204030204" pitchFamily="49" charset="0"/>
              </a:rPr>
              <a:t>, self.e1)</a:t>
            </a:r>
            <a:br>
              <a:rPr lang="de-CH" sz="1600" dirty="0">
                <a:latin typeface="Consolas" panose="020B0609020204030204" pitchFamily="49" charset="0"/>
              </a:rPr>
            </a:br>
            <a:r>
              <a:rPr lang="de-CH" sz="1600" dirty="0">
                <a:latin typeface="Consolas" panose="020B0609020204030204" pitchFamily="49" charset="0"/>
              </a:rPr>
              <a:t>	</a:t>
            </a:r>
            <a:r>
              <a:rPr lang="de-CH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return</a:t>
            </a:r>
            <a:r>
              <a:rPr lang="de-CH" sz="1600" dirty="0">
                <a:latin typeface="Consolas" panose="020B0609020204030204" pitchFamily="49" charset="0"/>
              </a:rPr>
              <a:t> </a:t>
            </a:r>
            <a:r>
              <a:rPr lang="de-CH" sz="1600" dirty="0" err="1">
                <a:latin typeface="Consolas" panose="020B0609020204030204" pitchFamily="49" charset="0"/>
              </a:rPr>
              <a:t>self.fc</a:t>
            </a:r>
            <a:endParaRPr lang="de-CH" sz="1600" dirty="0">
              <a:latin typeface="Consolas" panose="020B0609020204030204" pitchFamily="49" charset="0"/>
            </a:endParaRPr>
          </a:p>
          <a:p>
            <a:r>
              <a:rPr lang="de-CH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def</a:t>
            </a:r>
            <a:r>
              <a:rPr lang="de-CH" sz="1600" dirty="0">
                <a:latin typeface="Consolas" panose="020B0609020204030204" pitchFamily="49" charset="0"/>
              </a:rPr>
              <a:t> </a:t>
            </a:r>
            <a:r>
              <a:rPr lang="de-CH" sz="1600" dirty="0" err="1">
                <a:solidFill>
                  <a:srgbClr val="BF11B7"/>
                </a:solidFill>
                <a:latin typeface="Consolas" panose="020B0609020204030204" pitchFamily="49" charset="0"/>
              </a:rPr>
              <a:t>sc_kfm</a:t>
            </a:r>
            <a:r>
              <a:rPr lang="de-CH" sz="1600" dirty="0">
                <a:latin typeface="Consolas" panose="020B0609020204030204" pitchFamily="49" charset="0"/>
              </a:rPr>
              <a:t>(</a:t>
            </a:r>
            <a:r>
              <a:rPr lang="de-CH" sz="1600" dirty="0" err="1">
                <a:latin typeface="Consolas" panose="020B0609020204030204" pitchFamily="49" charset="0"/>
              </a:rPr>
              <a:t>self.fcs</a:t>
            </a:r>
            <a:r>
              <a:rPr lang="de-CH" sz="1600" dirty="0">
                <a:latin typeface="Consolas" panose="020B0609020204030204" pitchFamily="49" charset="0"/>
              </a:rPr>
              <a:t>, self.ec0, </a:t>
            </a:r>
            <a:r>
              <a:rPr lang="de-CH" sz="1600" dirty="0" err="1">
                <a:latin typeface="Consolas" panose="020B0609020204030204" pitchFamily="49" charset="0"/>
              </a:rPr>
              <a:t>self.ect</a:t>
            </a:r>
            <a:r>
              <a:rPr lang="de-CH" sz="1600" dirty="0">
                <a:latin typeface="Consolas" panose="020B0609020204030204" pitchFamily="49" charset="0"/>
              </a:rPr>
              <a:t>, </a:t>
            </a:r>
            <a:r>
              <a:rPr lang="de-CH" sz="1600" dirty="0" err="1">
                <a:latin typeface="Consolas" panose="020B0609020204030204" pitchFamily="49" charset="0"/>
              </a:rPr>
              <a:t>self.Ec</a:t>
            </a:r>
            <a:r>
              <a:rPr lang="de-CH" sz="1600" dirty="0">
                <a:latin typeface="Consolas" panose="020B0609020204030204" pitchFamily="49" charset="0"/>
              </a:rPr>
              <a:t>, </a:t>
            </a:r>
            <a:r>
              <a:rPr lang="de-CH" sz="1600" dirty="0" err="1">
                <a:latin typeface="Consolas" panose="020B0609020204030204" pitchFamily="49" charset="0"/>
              </a:rPr>
              <a:t>self.e</a:t>
            </a:r>
            <a:r>
              <a:rPr lang="de-CH" sz="1600" dirty="0">
                <a:latin typeface="Consolas" panose="020B0609020204030204" pitchFamily="49" charset="0"/>
              </a:rPr>
              <a:t>)</a:t>
            </a:r>
            <a:br>
              <a:rPr lang="de-DE" sz="1600" dirty="0">
                <a:latin typeface="Consolas" panose="020B0609020204030204" pitchFamily="49" charset="0"/>
              </a:rPr>
            </a:br>
            <a:r>
              <a:rPr lang="de-DE" sz="1600" dirty="0">
                <a:latin typeface="Consolas" panose="020B0609020204030204" pitchFamily="49" charset="0"/>
              </a:rPr>
              <a:t>	</a:t>
            </a:r>
            <a:r>
              <a:rPr lang="de-DE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return</a:t>
            </a:r>
            <a:r>
              <a:rPr lang="de-DE" sz="1600" dirty="0">
                <a:latin typeface="Consolas" panose="020B0609020204030204" pitchFamily="49" charset="0"/>
              </a:rPr>
              <a:t> self.sc3</a:t>
            </a:r>
          </a:p>
          <a:p>
            <a:r>
              <a:rPr lang="de-DE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def</a:t>
            </a:r>
            <a:r>
              <a:rPr lang="de-DE" sz="1600" dirty="0"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BF11B7"/>
                </a:solidFill>
                <a:latin typeface="Consolas" panose="020B0609020204030204" pitchFamily="49" charset="0"/>
              </a:rPr>
              <a:t>sc_sargin</a:t>
            </a:r>
            <a:r>
              <a:rPr lang="de-DE" sz="1600" dirty="0">
                <a:latin typeface="Consolas" panose="020B0609020204030204" pitchFamily="49" charset="0"/>
              </a:rPr>
              <a:t>(</a:t>
            </a:r>
            <a:r>
              <a:rPr lang="de-DE" sz="1600" dirty="0" err="1">
                <a:latin typeface="Consolas" panose="020B0609020204030204" pitchFamily="49" charset="0"/>
              </a:rPr>
              <a:t>self.fcs</a:t>
            </a:r>
            <a:r>
              <a:rPr lang="de-DE" sz="1600" dirty="0">
                <a:latin typeface="Consolas" panose="020B0609020204030204" pitchFamily="49" charset="0"/>
              </a:rPr>
              <a:t>, </a:t>
            </a:r>
            <a:r>
              <a:rPr lang="de-DE" sz="1600" dirty="0" err="1">
                <a:latin typeface="Consolas" panose="020B0609020204030204" pitchFamily="49" charset="0"/>
              </a:rPr>
              <a:t>self.Ec</a:t>
            </a:r>
            <a:r>
              <a:rPr lang="de-DE" sz="1600" dirty="0">
                <a:latin typeface="Consolas" panose="020B0609020204030204" pitchFamily="49" charset="0"/>
              </a:rPr>
              <a:t>, self.ec0, </a:t>
            </a:r>
            <a:r>
              <a:rPr lang="de-DE" sz="1600" dirty="0" err="1">
                <a:latin typeface="Consolas" panose="020B0609020204030204" pitchFamily="49" charset="0"/>
              </a:rPr>
              <a:t>self.e</a:t>
            </a:r>
            <a:r>
              <a:rPr lang="de-DE" sz="1600" dirty="0">
                <a:latin typeface="Consolas" panose="020B0609020204030204" pitchFamily="49" charset="0"/>
              </a:rPr>
              <a:t>)</a:t>
            </a:r>
            <a:br>
              <a:rPr lang="de-DE" sz="1600" dirty="0">
                <a:latin typeface="Consolas" panose="020B0609020204030204" pitchFamily="49" charset="0"/>
              </a:rPr>
            </a:br>
            <a:r>
              <a:rPr lang="de-DE" sz="1600" dirty="0">
                <a:latin typeface="Consolas" panose="020B0609020204030204" pitchFamily="49" charset="0"/>
              </a:rPr>
              <a:t>	</a:t>
            </a:r>
            <a:r>
              <a:rPr lang="de-DE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return</a:t>
            </a:r>
            <a:r>
              <a:rPr lang="de-DE" sz="1600" dirty="0">
                <a:latin typeface="Consolas" panose="020B0609020204030204" pitchFamily="49" charset="0"/>
              </a:rPr>
              <a:t> self.sc3</a:t>
            </a:r>
          </a:p>
          <a:p>
            <a:r>
              <a:rPr lang="de-DE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def</a:t>
            </a:r>
            <a:r>
              <a:rPr lang="de-DE" sz="1600" dirty="0"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BF11B7"/>
                </a:solidFill>
                <a:latin typeface="Consolas" panose="020B0609020204030204" pitchFamily="49" charset="0"/>
              </a:rPr>
              <a:t>ss_bilin</a:t>
            </a:r>
            <a:r>
              <a:rPr lang="de-DE" sz="1600" dirty="0">
                <a:latin typeface="Consolas" panose="020B0609020204030204" pitchFamily="49" charset="0"/>
              </a:rPr>
              <a:t>(self.es, </a:t>
            </a:r>
            <a:r>
              <a:rPr lang="de-DE" sz="1600" dirty="0" err="1">
                <a:latin typeface="Consolas" panose="020B0609020204030204" pitchFamily="49" charset="0"/>
              </a:rPr>
              <a:t>f_sy</a:t>
            </a:r>
            <a:r>
              <a:rPr lang="de-DE" sz="1600" dirty="0">
                <a:latin typeface="Consolas" panose="020B0609020204030204" pitchFamily="49" charset="0"/>
              </a:rPr>
              <a:t>, E_s, </a:t>
            </a:r>
            <a:r>
              <a:rPr lang="de-DE" sz="1600" dirty="0" err="1">
                <a:latin typeface="Consolas" panose="020B0609020204030204" pitchFamily="49" charset="0"/>
              </a:rPr>
              <a:t>E_sh</a:t>
            </a:r>
            <a:r>
              <a:rPr lang="de-DE" sz="1600" dirty="0">
                <a:latin typeface="Consolas" panose="020B0609020204030204" pitchFamily="49" charset="0"/>
              </a:rPr>
              <a:t>)</a:t>
            </a:r>
            <a:br>
              <a:rPr lang="de-DE" sz="1600" dirty="0">
                <a:latin typeface="Consolas" panose="020B0609020204030204" pitchFamily="49" charset="0"/>
              </a:rPr>
            </a:br>
            <a:r>
              <a:rPr lang="de-DE" sz="1600" dirty="0">
                <a:latin typeface="Consolas" panose="020B0609020204030204" pitchFamily="49" charset="0"/>
              </a:rPr>
              <a:t>	</a:t>
            </a:r>
            <a:r>
              <a:rPr lang="de-DE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return</a:t>
            </a:r>
            <a:r>
              <a:rPr lang="de-DE" sz="1600" dirty="0">
                <a:latin typeface="Consolas" panose="020B0609020204030204" pitchFamily="49" charset="0"/>
              </a:rPr>
              <a:t> </a:t>
            </a:r>
            <a:r>
              <a:rPr lang="de-DE" sz="1600" dirty="0" err="1">
                <a:latin typeface="Consolas" panose="020B0609020204030204" pitchFamily="49" charset="0"/>
              </a:rPr>
              <a:t>self.ss</a:t>
            </a:r>
            <a:endParaRPr lang="de-DE" sz="1600" dirty="0">
              <a:latin typeface="Consolas" panose="020B0609020204030204" pitchFamily="49" charset="0"/>
            </a:endParaRPr>
          </a:p>
          <a:p>
            <a:r>
              <a:rPr lang="de-DE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def</a:t>
            </a:r>
            <a:r>
              <a:rPr lang="de-DE" sz="1600" dirty="0"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BF11B7"/>
                </a:solidFill>
                <a:latin typeface="Consolas" panose="020B0609020204030204" pitchFamily="49" charset="0"/>
              </a:rPr>
              <a:t>ssr_tcm</a:t>
            </a:r>
            <a:r>
              <a:rPr lang="de-DE" sz="1600" dirty="0">
                <a:latin typeface="Consolas" panose="020B0609020204030204" pitchFamily="49" charset="0"/>
              </a:rPr>
              <a:t>(</a:t>
            </a:r>
            <a:r>
              <a:rPr lang="de-DE" sz="1600" dirty="0" err="1">
                <a:latin typeface="Consolas" panose="020B0609020204030204" pitchFamily="49" charset="0"/>
              </a:rPr>
              <a:t>self.e</a:t>
            </a:r>
            <a:r>
              <a:rPr lang="de-DE" sz="1600" dirty="0">
                <a:latin typeface="Consolas" panose="020B0609020204030204" pitchFamily="49" charset="0"/>
              </a:rPr>
              <a:t>, </a:t>
            </a:r>
            <a:r>
              <a:rPr lang="de-DE" sz="1600" dirty="0" err="1">
                <a:latin typeface="Consolas" panose="020B0609020204030204" pitchFamily="49" charset="0"/>
              </a:rPr>
              <a:t>srm</a:t>
            </a:r>
            <a:r>
              <a:rPr lang="de-DE" sz="1600" dirty="0">
                <a:latin typeface="Consolas" panose="020B0609020204030204" pitchFamily="49" charset="0"/>
              </a:rPr>
              <a:t>, </a:t>
            </a:r>
            <a:r>
              <a:rPr lang="de-DE" sz="1600" dirty="0" err="1">
                <a:latin typeface="Consolas" panose="020B0609020204030204" pitchFamily="49" charset="0"/>
              </a:rPr>
              <a:t>rho</a:t>
            </a:r>
            <a:r>
              <a:rPr lang="de-DE" sz="1600" dirty="0">
                <a:latin typeface="Consolas" panose="020B0609020204030204" pitchFamily="49" charset="0"/>
              </a:rPr>
              <a:t>, d, </a:t>
            </a:r>
            <a:r>
              <a:rPr lang="de-DE" sz="1600" dirty="0" err="1">
                <a:latin typeface="Consolas" panose="020B0609020204030204" pitchFamily="49" charset="0"/>
              </a:rPr>
              <a:t>fsy</a:t>
            </a:r>
            <a:r>
              <a:rPr lang="de-DE" sz="1600" dirty="0">
                <a:latin typeface="Consolas" panose="020B0609020204030204" pitchFamily="49" charset="0"/>
              </a:rPr>
              <a:t>, </a:t>
            </a:r>
            <a:r>
              <a:rPr lang="de-DE" sz="1600" dirty="0" err="1">
                <a:latin typeface="Consolas" panose="020B0609020204030204" pitchFamily="49" charset="0"/>
              </a:rPr>
              <a:t>fsu</a:t>
            </a:r>
            <a:r>
              <a:rPr lang="de-DE" sz="1600" dirty="0">
                <a:latin typeface="Consolas" panose="020B0609020204030204" pitchFamily="49" charset="0"/>
              </a:rPr>
              <a:t>, Es, </a:t>
            </a:r>
            <a:r>
              <a:rPr lang="de-DE" sz="1600" dirty="0" err="1">
                <a:latin typeface="Consolas" panose="020B0609020204030204" pitchFamily="49" charset="0"/>
              </a:rPr>
              <a:t>Esh</a:t>
            </a:r>
            <a:r>
              <a:rPr lang="de-DE" sz="1600" dirty="0">
                <a:latin typeface="Consolas" panose="020B0609020204030204" pitchFamily="49" charset="0"/>
              </a:rPr>
              <a:t>, tb0, tb1, Ec)</a:t>
            </a:r>
            <a:br>
              <a:rPr lang="de-DE" sz="1600" dirty="0">
                <a:latin typeface="Consolas" panose="020B0609020204030204" pitchFamily="49" charset="0"/>
              </a:rPr>
            </a:br>
            <a:r>
              <a:rPr lang="de-DE" sz="1600" dirty="0">
                <a:latin typeface="Consolas" panose="020B0609020204030204" pitchFamily="49" charset="0"/>
              </a:rPr>
              <a:t>	</a:t>
            </a:r>
            <a:r>
              <a:rPr lang="de-DE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return</a:t>
            </a:r>
            <a:r>
              <a:rPr lang="de-DE" sz="1600" dirty="0">
                <a:latin typeface="Consolas" panose="020B0609020204030204" pitchFamily="49" charset="0"/>
              </a:rPr>
              <a:t> </a:t>
            </a:r>
            <a:r>
              <a:rPr lang="de-DE" sz="1600" dirty="0" err="1">
                <a:latin typeface="Consolas" panose="020B0609020204030204" pitchFamily="49" charset="0"/>
              </a:rPr>
              <a:t>self.ssr</a:t>
            </a:r>
            <a:endParaRPr lang="de-DE" sz="1600" dirty="0">
              <a:latin typeface="Consolas" panose="020B0609020204030204" pitchFamily="49" charset="0"/>
            </a:endParaRPr>
          </a:p>
          <a:p>
            <a:r>
              <a:rPr lang="de-CH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def</a:t>
            </a:r>
            <a:r>
              <a:rPr lang="de-CH" sz="1600" dirty="0">
                <a:latin typeface="Consolas" panose="020B0609020204030204" pitchFamily="49" charset="0"/>
              </a:rPr>
              <a:t> </a:t>
            </a:r>
            <a:r>
              <a:rPr lang="de-CH" sz="1600" dirty="0">
                <a:solidFill>
                  <a:srgbClr val="BF11B7"/>
                </a:solidFill>
                <a:latin typeface="Consolas" panose="020B0609020204030204" pitchFamily="49" charset="0"/>
              </a:rPr>
              <a:t>sr0_vc</a:t>
            </a:r>
            <a:r>
              <a:rPr lang="de-CH" sz="1600" dirty="0">
                <a:latin typeface="Consolas" panose="020B0609020204030204" pitchFamily="49" charset="0"/>
              </a:rPr>
              <a:t>(self.th, </a:t>
            </a:r>
            <a:r>
              <a:rPr lang="de-CH" sz="1600" dirty="0" err="1">
                <a:latin typeface="Consolas" panose="020B0609020204030204" pitchFamily="49" charset="0"/>
              </a:rPr>
              <a:t>self.fct</a:t>
            </a:r>
            <a:r>
              <a:rPr lang="de-CH" sz="1600" dirty="0">
                <a:latin typeface="Consolas" panose="020B0609020204030204" pitchFamily="49" charset="0"/>
              </a:rPr>
              <a:t>, </a:t>
            </a:r>
            <a:r>
              <a:rPr lang="de-CH" sz="1600" dirty="0" err="1">
                <a:latin typeface="Consolas" panose="020B0609020204030204" pitchFamily="49" charset="0"/>
              </a:rPr>
              <a:t>self.rhox</a:t>
            </a:r>
            <a:r>
              <a:rPr lang="de-CH" sz="1600" dirty="0">
                <a:latin typeface="Consolas" panose="020B0609020204030204" pitchFamily="49" charset="0"/>
              </a:rPr>
              <a:t>, </a:t>
            </a:r>
            <a:r>
              <a:rPr lang="de-CH" sz="1600" dirty="0" err="1">
                <a:latin typeface="Consolas" panose="020B0609020204030204" pitchFamily="49" charset="0"/>
              </a:rPr>
              <a:t>self.dx</a:t>
            </a:r>
            <a:r>
              <a:rPr lang="de-CH" sz="1600" dirty="0">
                <a:latin typeface="Consolas" panose="020B0609020204030204" pitchFamily="49" charset="0"/>
              </a:rPr>
              <a:t>, </a:t>
            </a:r>
            <a:r>
              <a:rPr lang="de-CH" sz="1600" dirty="0" err="1">
                <a:latin typeface="Consolas" panose="020B0609020204030204" pitchFamily="49" charset="0"/>
              </a:rPr>
              <a:t>self.dy</a:t>
            </a:r>
            <a:r>
              <a:rPr lang="de-CH" sz="1600" dirty="0">
                <a:latin typeface="Consolas" panose="020B0609020204030204" pitchFamily="49" charset="0"/>
              </a:rPr>
              <a:t>, self.tb0)</a:t>
            </a:r>
            <a:br>
              <a:rPr lang="de-CH" sz="1600" dirty="0">
                <a:latin typeface="Consolas" panose="020B0609020204030204" pitchFamily="49" charset="0"/>
              </a:rPr>
            </a:br>
            <a:r>
              <a:rPr lang="de-CH" sz="1600" dirty="0">
                <a:latin typeface="Consolas" panose="020B0609020204030204" pitchFamily="49" charset="0"/>
              </a:rPr>
              <a:t>	</a:t>
            </a:r>
            <a:r>
              <a:rPr lang="de-CH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return</a:t>
            </a:r>
            <a:r>
              <a:rPr lang="de-CH" sz="1600" dirty="0">
                <a:latin typeface="Consolas" panose="020B0609020204030204" pitchFamily="49" charset="0"/>
              </a:rPr>
              <a:t> self.srx0, self.sry0, self.sr, </a:t>
            </a:r>
            <a:r>
              <a:rPr lang="de-CH" sz="1600" dirty="0" err="1">
                <a:latin typeface="Consolas" panose="020B0609020204030204" pitchFamily="49" charset="0"/>
              </a:rPr>
              <a:t>self.srx</a:t>
            </a:r>
            <a:r>
              <a:rPr lang="de-CH" sz="1600" dirty="0">
                <a:latin typeface="Consolas" panose="020B0609020204030204" pitchFamily="49" charset="0"/>
              </a:rPr>
              <a:t>, </a:t>
            </a:r>
            <a:r>
              <a:rPr lang="de-CH" sz="1600" dirty="0" err="1">
                <a:latin typeface="Consolas" panose="020B0609020204030204" pitchFamily="49" charset="0"/>
              </a:rPr>
              <a:t>self.sry</a:t>
            </a:r>
            <a:endParaRPr lang="de-CH" sz="1600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81E087-D566-469C-9E4C-46215AA3B3D8}"/>
              </a:ext>
            </a:extLst>
          </p:cNvPr>
          <p:cNvSpPr txBox="1"/>
          <p:nvPr/>
        </p:nvSpPr>
        <p:spPr>
          <a:xfrm>
            <a:off x="6591300" y="4600575"/>
            <a:ext cx="1738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Reinforcing</a:t>
            </a:r>
            <a:r>
              <a:rPr lang="de-DE" dirty="0"/>
              <a:t> </a:t>
            </a:r>
            <a:r>
              <a:rPr lang="de-DE" dirty="0" err="1"/>
              <a:t>steel</a:t>
            </a:r>
            <a:endParaRPr lang="de-DE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3048796-08B2-484A-846A-37CC8D9F9378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5419725" y="4785241"/>
            <a:ext cx="11715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8982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12AF0-EA8F-459B-B933-0F590F8C7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4188"/>
            <a:ext cx="10515600" cy="37425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de-CH" sz="1600" dirty="0" err="1">
                <a:latin typeface="Consolas" panose="020B0609020204030204" pitchFamily="49" charset="0"/>
              </a:rPr>
              <a:t>class</a:t>
            </a:r>
            <a:r>
              <a:rPr lang="de-CH" sz="1600" dirty="0">
                <a:solidFill>
                  <a:schemeClr val="accent6"/>
                </a:solidFill>
                <a:latin typeface="Consolas" panose="020B0609020204030204" pitchFamily="49" charset="0"/>
              </a:rPr>
              <a:t> </a:t>
            </a:r>
            <a:r>
              <a:rPr lang="de-CH" sz="1600" dirty="0">
                <a:solidFill>
                  <a:schemeClr val="accent1"/>
                </a:solidFill>
                <a:latin typeface="Consolas" panose="020B0609020204030204" pitchFamily="49" charset="0"/>
              </a:rPr>
              <a:t>stress</a:t>
            </a:r>
            <a:r>
              <a:rPr lang="de-CH" sz="1600" dirty="0">
                <a:latin typeface="Consolas" panose="020B0609020204030204" pitchFamily="49" charset="0"/>
              </a:rPr>
              <a:t>()</a:t>
            </a:r>
            <a:r>
              <a:rPr lang="de-CH" sz="1600" dirty="0">
                <a:solidFill>
                  <a:schemeClr val="accent6"/>
                </a:solidFill>
                <a:latin typeface="Consolas" panose="020B0609020204030204" pitchFamily="49" charset="0"/>
              </a:rPr>
              <a:t> </a:t>
            </a:r>
            <a:r>
              <a:rPr lang="de-CH" sz="1600" i="1" dirty="0">
                <a:latin typeface="Consolas" panose="020B0609020204030204" pitchFamily="49" charset="0"/>
              </a:rPr>
              <a:t>[</a:t>
            </a:r>
            <a:r>
              <a:rPr lang="de-CH" sz="1600" i="1" dirty="0" err="1">
                <a:latin typeface="Consolas" panose="020B0609020204030204" pitchFamily="49" charset="0"/>
              </a:rPr>
              <a:t>continued</a:t>
            </a:r>
            <a:r>
              <a:rPr lang="de-CH" sz="1600" i="1" dirty="0">
                <a:latin typeface="Consolas" panose="020B0609020204030204" pitchFamily="49" charset="0"/>
              </a:rPr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def</a:t>
            </a:r>
            <a:r>
              <a:rPr lang="de-CH" sz="1600" dirty="0">
                <a:latin typeface="Consolas" panose="020B0609020204030204" pitchFamily="49" charset="0"/>
              </a:rPr>
              <a:t> </a:t>
            </a:r>
            <a:r>
              <a:rPr lang="de-CH" sz="1600" dirty="0">
                <a:solidFill>
                  <a:srgbClr val="BF11B7"/>
                </a:solidFill>
                <a:latin typeface="Consolas" panose="020B0609020204030204" pitchFamily="49" charset="0"/>
              </a:rPr>
              <a:t>sigma_cart_1</a:t>
            </a:r>
            <a:r>
              <a:rPr lang="de-CH" sz="1600" dirty="0">
                <a:latin typeface="Consolas" panose="020B0609020204030204" pitchFamily="49" charset="0"/>
              </a:rPr>
              <a:t>(</a:t>
            </a:r>
            <a:r>
              <a:rPr lang="de-CH" sz="1600" dirty="0" err="1">
                <a:latin typeface="Consolas" panose="020B0609020204030204" pitchFamily="49" charset="0"/>
              </a:rPr>
              <a:t>self</a:t>
            </a:r>
            <a:r>
              <a:rPr lang="de-CH" sz="1600" dirty="0">
                <a:latin typeface="Consolas" panose="020B0609020204030204" pitchFamily="49" charset="0"/>
              </a:rPr>
              <a:t>)</a:t>
            </a:r>
            <a:br>
              <a:rPr lang="de-CH" sz="1600" dirty="0">
                <a:latin typeface="Consolas" panose="020B0609020204030204" pitchFamily="49" charset="0"/>
              </a:rPr>
            </a:br>
            <a:r>
              <a:rPr lang="de-CH" sz="1600" dirty="0">
                <a:latin typeface="Consolas" panose="020B0609020204030204" pitchFamily="49" charset="0"/>
              </a:rPr>
              <a:t>	</a:t>
            </a:r>
            <a:r>
              <a:rPr lang="de-CH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return</a:t>
            </a:r>
            <a:r>
              <a:rPr lang="de-CH" sz="1600" dirty="0">
                <a:latin typeface="Consolas" panose="020B0609020204030204" pitchFamily="49" charset="0"/>
              </a:rPr>
              <a:t> </a:t>
            </a:r>
            <a:r>
              <a:rPr lang="de-CH" sz="1600" dirty="0" err="1">
                <a:latin typeface="Consolas" panose="020B0609020204030204" pitchFamily="49" charset="0"/>
              </a:rPr>
              <a:t>self.sx</a:t>
            </a:r>
            <a:r>
              <a:rPr lang="de-CH" sz="1600" dirty="0">
                <a:latin typeface="Consolas" panose="020B0609020204030204" pitchFamily="49" charset="0"/>
              </a:rPr>
              <a:t>, self.sy, </a:t>
            </a:r>
            <a:r>
              <a:rPr lang="de-CH" sz="1600" dirty="0" err="1">
                <a:latin typeface="Consolas" panose="020B0609020204030204" pitchFamily="49" charset="0"/>
              </a:rPr>
              <a:t>self.txy</a:t>
            </a:r>
            <a:endParaRPr lang="de-CH" sz="16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def</a:t>
            </a:r>
            <a:r>
              <a:rPr lang="de-CH" sz="1600" dirty="0">
                <a:latin typeface="Consolas" panose="020B0609020204030204" pitchFamily="49" charset="0"/>
              </a:rPr>
              <a:t> </a:t>
            </a:r>
            <a:r>
              <a:rPr lang="de-CH" sz="1600" dirty="0">
                <a:solidFill>
                  <a:srgbClr val="BF11B7"/>
                </a:solidFill>
                <a:latin typeface="Consolas" panose="020B0609020204030204" pitchFamily="49" charset="0"/>
              </a:rPr>
              <a:t>sigma_cart_31</a:t>
            </a:r>
            <a:r>
              <a:rPr lang="de-CH" sz="1600" dirty="0">
                <a:latin typeface="Consolas" panose="020B0609020204030204" pitchFamily="49" charset="0"/>
              </a:rPr>
              <a:t>(</a:t>
            </a:r>
            <a:r>
              <a:rPr lang="de-CH" sz="1600" dirty="0" err="1">
                <a:latin typeface="Consolas" panose="020B0609020204030204" pitchFamily="49" charset="0"/>
              </a:rPr>
              <a:t>self</a:t>
            </a:r>
            <a:r>
              <a:rPr lang="de-CH" sz="1600" dirty="0">
                <a:latin typeface="Consolas" panose="020B0609020204030204" pitchFamily="49" charset="0"/>
              </a:rPr>
              <a:t>)</a:t>
            </a:r>
            <a:br>
              <a:rPr lang="de-CH" sz="1600" dirty="0">
                <a:latin typeface="Consolas" panose="020B0609020204030204" pitchFamily="49" charset="0"/>
              </a:rPr>
            </a:br>
            <a:r>
              <a:rPr lang="de-CH" sz="1600" dirty="0">
                <a:latin typeface="Consolas" panose="020B0609020204030204" pitchFamily="49" charset="0"/>
              </a:rPr>
              <a:t>	</a:t>
            </a:r>
            <a:r>
              <a:rPr lang="de-CH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return</a:t>
            </a:r>
            <a:r>
              <a:rPr lang="de-CH" sz="1600" dirty="0">
                <a:latin typeface="Consolas" panose="020B0609020204030204" pitchFamily="49" charset="0"/>
              </a:rPr>
              <a:t> </a:t>
            </a:r>
            <a:r>
              <a:rPr lang="de-CH" sz="1600" dirty="0" err="1">
                <a:latin typeface="Consolas" panose="020B0609020204030204" pitchFamily="49" charset="0"/>
              </a:rPr>
              <a:t>self.v</a:t>
            </a:r>
            <a:r>
              <a:rPr lang="de-CH" sz="1600" dirty="0">
                <a:latin typeface="Consolas" panose="020B0609020204030204" pitchFamily="49" charset="0"/>
              </a:rPr>
              <a:t>, </a:t>
            </a:r>
            <a:r>
              <a:rPr lang="de-CH" sz="1600" dirty="0" err="1">
                <a:latin typeface="Consolas" panose="020B0609020204030204" pitchFamily="49" charset="0"/>
              </a:rPr>
              <a:t>self.sx</a:t>
            </a:r>
            <a:r>
              <a:rPr lang="de-CH" sz="1600" dirty="0">
                <a:latin typeface="Consolas" panose="020B0609020204030204" pitchFamily="49" charset="0"/>
              </a:rPr>
              <a:t>, self.sy, </a:t>
            </a:r>
            <a:r>
              <a:rPr lang="de-CH" sz="1600" dirty="0" err="1">
                <a:latin typeface="Consolas" panose="020B0609020204030204" pitchFamily="49" charset="0"/>
              </a:rPr>
              <a:t>self.txy</a:t>
            </a:r>
            <a:endParaRPr lang="de-CH" sz="16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def</a:t>
            </a:r>
            <a:r>
              <a:rPr lang="de-CH" sz="1600" dirty="0">
                <a:latin typeface="Consolas" panose="020B0609020204030204" pitchFamily="49" charset="0"/>
              </a:rPr>
              <a:t> </a:t>
            </a:r>
            <a:r>
              <a:rPr lang="de-CH" sz="1600" dirty="0">
                <a:solidFill>
                  <a:srgbClr val="BF11B7"/>
                </a:solidFill>
                <a:latin typeface="Consolas" panose="020B0609020204030204" pitchFamily="49" charset="0"/>
              </a:rPr>
              <a:t>sigma_cart_32</a:t>
            </a:r>
            <a:r>
              <a:rPr lang="de-CH" sz="1600" dirty="0">
                <a:latin typeface="Consolas" panose="020B0609020204030204" pitchFamily="49" charset="0"/>
              </a:rPr>
              <a:t>(</a:t>
            </a:r>
            <a:r>
              <a:rPr lang="de-CH" sz="1600" dirty="0" err="1">
                <a:latin typeface="Consolas" panose="020B0609020204030204" pitchFamily="49" charset="0"/>
              </a:rPr>
              <a:t>self</a:t>
            </a:r>
            <a:r>
              <a:rPr lang="de-CH" sz="1600" dirty="0">
                <a:latin typeface="Consolas" panose="020B0609020204030204" pitchFamily="49" charset="0"/>
              </a:rPr>
              <a:t>)</a:t>
            </a:r>
            <a:br>
              <a:rPr lang="de-CH" sz="1600" dirty="0">
                <a:latin typeface="Consolas" panose="020B0609020204030204" pitchFamily="49" charset="0"/>
              </a:rPr>
            </a:br>
            <a:r>
              <a:rPr lang="de-CH" sz="1600" dirty="0">
                <a:latin typeface="Consolas" panose="020B0609020204030204" pitchFamily="49" charset="0"/>
              </a:rPr>
              <a:t>	</a:t>
            </a:r>
            <a:r>
              <a:rPr lang="de-CH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return</a:t>
            </a:r>
            <a:r>
              <a:rPr lang="de-CH" sz="1600" dirty="0">
                <a:latin typeface="Consolas" panose="020B0609020204030204" pitchFamily="49" charset="0"/>
              </a:rPr>
              <a:t> </a:t>
            </a:r>
            <a:r>
              <a:rPr lang="de-CH" sz="1600" dirty="0" err="1">
                <a:latin typeface="Consolas" panose="020B0609020204030204" pitchFamily="49" charset="0"/>
              </a:rPr>
              <a:t>self.sx</a:t>
            </a:r>
            <a:r>
              <a:rPr lang="de-CH" sz="1600" dirty="0">
                <a:latin typeface="Consolas" panose="020B0609020204030204" pitchFamily="49" charset="0"/>
              </a:rPr>
              <a:t>, self.sy, </a:t>
            </a:r>
            <a:r>
              <a:rPr lang="de-CH" sz="1600" dirty="0" err="1">
                <a:latin typeface="Consolas" panose="020B0609020204030204" pitchFamily="49" charset="0"/>
              </a:rPr>
              <a:t>self.txy</a:t>
            </a:r>
            <a:r>
              <a:rPr lang="de-CH" sz="1600" dirty="0">
                <a:latin typeface="Consolas" panose="020B0609020204030204" pitchFamily="49" charset="0"/>
              </a:rPr>
              <a:t>, </a:t>
            </a:r>
            <a:r>
              <a:rPr lang="de-CH" sz="1600" dirty="0" err="1">
                <a:latin typeface="Consolas" panose="020B0609020204030204" pitchFamily="49" charset="0"/>
              </a:rPr>
              <a:t>self.ssx</a:t>
            </a:r>
            <a:r>
              <a:rPr lang="de-CH" sz="1600" dirty="0">
                <a:latin typeface="Consolas" panose="020B0609020204030204" pitchFamily="49" charset="0"/>
              </a:rPr>
              <a:t>, </a:t>
            </a:r>
            <a:r>
              <a:rPr lang="de-CH" sz="1600" dirty="0" err="1">
                <a:latin typeface="Consolas" panose="020B0609020204030204" pitchFamily="49" charset="0"/>
              </a:rPr>
              <a:t>self.ssy</a:t>
            </a:r>
            <a:r>
              <a:rPr lang="de-CH" sz="1600" dirty="0">
                <a:latin typeface="Consolas" panose="020B0609020204030204" pitchFamily="49" charset="0"/>
              </a:rPr>
              <a:t>, </a:t>
            </a:r>
            <a:r>
              <a:rPr lang="de-CH" sz="1600" dirty="0" err="1">
                <a:latin typeface="Consolas" panose="020B0609020204030204" pitchFamily="49" charset="0"/>
              </a:rPr>
              <a:t>self.scx</a:t>
            </a:r>
            <a:r>
              <a:rPr lang="de-CH" sz="1600" dirty="0">
                <a:latin typeface="Consolas" panose="020B0609020204030204" pitchFamily="49" charset="0"/>
              </a:rPr>
              <a:t>, </a:t>
            </a:r>
            <a:r>
              <a:rPr lang="de-CH" sz="1600" dirty="0" err="1">
                <a:latin typeface="Consolas" panose="020B0609020204030204" pitchFamily="49" charset="0"/>
              </a:rPr>
              <a:t>self.scy</a:t>
            </a:r>
            <a:endParaRPr lang="de-CH" sz="1600" dirty="0">
              <a:latin typeface="Consolas" panose="020B0609020204030204" pitchFamily="49" charset="0"/>
            </a:endParaRPr>
          </a:p>
          <a:p>
            <a:pPr marL="285750" indent="-285750"/>
            <a:r>
              <a:rPr lang="de-CH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def</a:t>
            </a:r>
            <a:r>
              <a:rPr lang="de-CH" sz="1600" dirty="0">
                <a:latin typeface="Consolas" panose="020B0609020204030204" pitchFamily="49" charset="0"/>
              </a:rPr>
              <a:t> </a:t>
            </a:r>
            <a:r>
              <a:rPr lang="de-CH" sz="1600" dirty="0">
                <a:solidFill>
                  <a:srgbClr val="BF11B7"/>
                </a:solidFill>
                <a:latin typeface="Consolas" panose="020B0609020204030204" pitchFamily="49" charset="0"/>
              </a:rPr>
              <a:t>sigma_cart_33</a:t>
            </a:r>
            <a:r>
              <a:rPr lang="de-CH" sz="1600" dirty="0">
                <a:latin typeface="Consolas" panose="020B0609020204030204" pitchFamily="49" charset="0"/>
              </a:rPr>
              <a:t>(</a:t>
            </a:r>
            <a:r>
              <a:rPr lang="de-CH" sz="1600" dirty="0" err="1">
                <a:latin typeface="Consolas" panose="020B0609020204030204" pitchFamily="49" charset="0"/>
              </a:rPr>
              <a:t>self</a:t>
            </a:r>
            <a:r>
              <a:rPr lang="de-CH" sz="1600" dirty="0">
                <a:latin typeface="Consolas" panose="020B0609020204030204" pitchFamily="49" charset="0"/>
              </a:rPr>
              <a:t>)</a:t>
            </a:r>
            <a:br>
              <a:rPr lang="de-CH" sz="1600" dirty="0">
                <a:latin typeface="Consolas" panose="020B0609020204030204" pitchFamily="49" charset="0"/>
              </a:rPr>
            </a:br>
            <a:r>
              <a:rPr lang="de-CH" sz="1600" dirty="0">
                <a:latin typeface="Consolas" panose="020B0609020204030204" pitchFamily="49" charset="0"/>
              </a:rPr>
              <a:t>	</a:t>
            </a:r>
            <a:r>
              <a:rPr lang="de-CH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return</a:t>
            </a:r>
            <a:r>
              <a:rPr lang="de-CH" sz="1600" dirty="0">
                <a:latin typeface="Consolas" panose="020B0609020204030204" pitchFamily="49" charset="0"/>
              </a:rPr>
              <a:t> </a:t>
            </a:r>
            <a:r>
              <a:rPr lang="de-CH" sz="1600" dirty="0" err="1">
                <a:latin typeface="Consolas" panose="020B0609020204030204" pitchFamily="49" charset="0"/>
              </a:rPr>
              <a:t>self.sx</a:t>
            </a:r>
            <a:r>
              <a:rPr lang="de-CH" sz="1600" dirty="0">
                <a:latin typeface="Consolas" panose="020B0609020204030204" pitchFamily="49" charset="0"/>
              </a:rPr>
              <a:t>, self.sy, </a:t>
            </a:r>
            <a:r>
              <a:rPr lang="de-CH" sz="1600" dirty="0" err="1">
                <a:latin typeface="Consolas" panose="020B0609020204030204" pitchFamily="49" charset="0"/>
              </a:rPr>
              <a:t>self.txy</a:t>
            </a:r>
            <a:r>
              <a:rPr lang="de-CH" sz="1600" dirty="0">
                <a:latin typeface="Consolas" panose="020B0609020204030204" pitchFamily="49" charset="0"/>
              </a:rPr>
              <a:t>, </a:t>
            </a:r>
            <a:r>
              <a:rPr lang="de-CH" sz="1600" dirty="0" err="1">
                <a:latin typeface="Consolas" panose="020B0609020204030204" pitchFamily="49" charset="0"/>
              </a:rPr>
              <a:t>self.ssx</a:t>
            </a:r>
            <a:r>
              <a:rPr lang="de-CH" sz="1600" dirty="0">
                <a:latin typeface="Consolas" panose="020B0609020204030204" pitchFamily="49" charset="0"/>
              </a:rPr>
              <a:t>, </a:t>
            </a:r>
            <a:r>
              <a:rPr lang="de-CH" sz="1600" dirty="0" err="1">
                <a:latin typeface="Consolas" panose="020B0609020204030204" pitchFamily="49" charset="0"/>
              </a:rPr>
              <a:t>self.ssy</a:t>
            </a:r>
            <a:r>
              <a:rPr lang="de-CH" sz="1600" dirty="0">
                <a:latin typeface="Consolas" panose="020B0609020204030204" pitchFamily="49" charset="0"/>
              </a:rPr>
              <a:t>, </a:t>
            </a:r>
            <a:r>
              <a:rPr lang="de-CH" sz="1600" dirty="0" err="1">
                <a:latin typeface="Consolas" panose="020B0609020204030204" pitchFamily="49" charset="0"/>
              </a:rPr>
              <a:t>self.scx</a:t>
            </a:r>
            <a:r>
              <a:rPr lang="de-CH" sz="1600" dirty="0">
                <a:latin typeface="Consolas" panose="020B0609020204030204" pitchFamily="49" charset="0"/>
              </a:rPr>
              <a:t>, </a:t>
            </a:r>
            <a:r>
              <a:rPr lang="de-CH" sz="1600" dirty="0" err="1">
                <a:latin typeface="Consolas" panose="020B0609020204030204" pitchFamily="49" charset="0"/>
              </a:rPr>
              <a:t>self.scy</a:t>
            </a:r>
            <a:endParaRPr lang="de-CH" sz="1600" dirty="0">
              <a:latin typeface="Consolas" panose="020B0609020204030204" pitchFamily="49" charset="0"/>
            </a:endParaRPr>
          </a:p>
          <a:p>
            <a:pPr marL="285750" indent="-285750"/>
            <a:r>
              <a:rPr lang="de-CH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def</a:t>
            </a:r>
            <a:r>
              <a:rPr lang="de-CH" sz="1600" dirty="0">
                <a:latin typeface="Consolas" panose="020B0609020204030204" pitchFamily="49" charset="0"/>
              </a:rPr>
              <a:t> </a:t>
            </a:r>
            <a:r>
              <a:rPr lang="de-CH" sz="1600" dirty="0" err="1">
                <a:solidFill>
                  <a:srgbClr val="BF11B7"/>
                </a:solidFill>
                <a:latin typeface="Consolas" panose="020B0609020204030204" pitchFamily="49" charset="0"/>
              </a:rPr>
              <a:t>sigma_shear</a:t>
            </a:r>
            <a:r>
              <a:rPr lang="de-CH" sz="1600" dirty="0">
                <a:latin typeface="Consolas" panose="020B0609020204030204" pitchFamily="49" charset="0"/>
              </a:rPr>
              <a:t>(</a:t>
            </a:r>
            <a:r>
              <a:rPr lang="de-CH" sz="1600" dirty="0" err="1">
                <a:latin typeface="Consolas" panose="020B0609020204030204" pitchFamily="49" charset="0"/>
              </a:rPr>
              <a:t>self.E</a:t>
            </a:r>
            <a:r>
              <a:rPr lang="de-CH" sz="1600" dirty="0">
                <a:latin typeface="Consolas" panose="020B0609020204030204" pitchFamily="49" charset="0"/>
              </a:rPr>
              <a:t>, self.nu)</a:t>
            </a:r>
            <a:br>
              <a:rPr lang="de-CH" sz="1600" dirty="0">
                <a:latin typeface="Consolas" panose="020B0609020204030204" pitchFamily="49" charset="0"/>
              </a:rPr>
            </a:br>
            <a:r>
              <a:rPr lang="de-CH" sz="1600" dirty="0">
                <a:latin typeface="Consolas" panose="020B0609020204030204" pitchFamily="49" charset="0"/>
              </a:rPr>
              <a:t>	</a:t>
            </a:r>
            <a:r>
              <a:rPr lang="de-CH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return</a:t>
            </a:r>
            <a:r>
              <a:rPr lang="de-CH" sz="1600" dirty="0">
                <a:latin typeface="Consolas" panose="020B0609020204030204" pitchFamily="49" charset="0"/>
              </a:rPr>
              <a:t> self.ET, </a:t>
            </a:r>
            <a:r>
              <a:rPr lang="de-CH" sz="1600" dirty="0" err="1">
                <a:latin typeface="Consolas" panose="020B0609020204030204" pitchFamily="49" charset="0"/>
              </a:rPr>
              <a:t>self.txz</a:t>
            </a:r>
            <a:r>
              <a:rPr lang="de-CH" sz="1600" dirty="0">
                <a:latin typeface="Consolas" panose="020B0609020204030204" pitchFamily="49" charset="0"/>
              </a:rPr>
              <a:t>, </a:t>
            </a:r>
            <a:r>
              <a:rPr lang="de-CH" sz="1600" dirty="0" err="1">
                <a:latin typeface="Consolas" panose="020B0609020204030204" pitchFamily="49" charset="0"/>
              </a:rPr>
              <a:t>self.tyz</a:t>
            </a:r>
            <a:endParaRPr lang="de-CH" sz="1600" dirty="0">
              <a:latin typeface="Consolas" panose="020B0609020204030204" pitchFamily="49" charset="0"/>
            </a:endParaRPr>
          </a:p>
          <a:p>
            <a:pPr marL="285750" indent="-285750"/>
            <a:r>
              <a:rPr lang="de-CH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def</a:t>
            </a:r>
            <a:r>
              <a:rPr lang="de-CH" sz="1600" dirty="0">
                <a:latin typeface="Consolas" panose="020B0609020204030204" pitchFamily="49" charset="0"/>
              </a:rPr>
              <a:t> </a:t>
            </a:r>
            <a:r>
              <a:rPr lang="de-CH" sz="1600" dirty="0">
                <a:solidFill>
                  <a:srgbClr val="BF11B7"/>
                </a:solidFill>
                <a:latin typeface="Consolas" panose="020B0609020204030204" pitchFamily="49" charset="0"/>
              </a:rPr>
              <a:t>out</a:t>
            </a:r>
            <a:r>
              <a:rPr lang="de-CH" sz="1600" dirty="0">
                <a:latin typeface="Consolas" panose="020B0609020204030204" pitchFamily="49" charset="0"/>
              </a:rPr>
              <a:t>(</a:t>
            </a:r>
            <a:r>
              <a:rPr lang="de-CH" sz="1600" dirty="0" err="1">
                <a:latin typeface="Consolas" panose="020B0609020204030204" pitchFamily="49" charset="0"/>
              </a:rPr>
              <a:t>self.e</a:t>
            </a:r>
            <a:r>
              <a:rPr lang="de-CH" sz="1600" dirty="0">
                <a:latin typeface="Consolas" panose="020B0609020204030204" pitchFamily="49" charset="0"/>
              </a:rPr>
              <a:t>)</a:t>
            </a:r>
            <a:br>
              <a:rPr lang="de-CH" sz="1600" dirty="0">
                <a:latin typeface="Consolas" panose="020B0609020204030204" pitchFamily="49" charset="0"/>
              </a:rPr>
            </a:br>
            <a:r>
              <a:rPr lang="de-CH" sz="1600" dirty="0">
                <a:latin typeface="Consolas" panose="020B0609020204030204" pitchFamily="49" charset="0"/>
              </a:rPr>
              <a:t>	</a:t>
            </a:r>
            <a:r>
              <a:rPr lang="de-CH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return</a:t>
            </a:r>
            <a:r>
              <a:rPr lang="de-CH" sz="1600" dirty="0">
                <a:latin typeface="Consolas" panose="020B0609020204030204" pitchFamily="49" charset="0"/>
              </a:rPr>
              <a:t> </a:t>
            </a:r>
            <a:r>
              <a:rPr lang="de-CH" sz="1600" dirty="0" err="1">
                <a:latin typeface="Consolas" panose="020B0609020204030204" pitchFamily="49" charset="0"/>
              </a:rPr>
              <a:t>self.s</a:t>
            </a:r>
            <a:endParaRPr lang="de-CH" sz="1600" dirty="0">
              <a:latin typeface="Consolas" panose="020B0609020204030204" pitchFamily="49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E563576-CBA4-47A3-82DC-4CBE196D8855}"/>
              </a:ext>
            </a:extLst>
          </p:cNvPr>
          <p:cNvSpPr txBox="1">
            <a:spLocks/>
          </p:cNvSpPr>
          <p:nvPr/>
        </p:nvSpPr>
        <p:spPr>
          <a:xfrm>
            <a:off x="676275" y="-2013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Stresses_mixreinf.py – </a:t>
            </a:r>
            <a:r>
              <a:rPr lang="de-DE" b="1" dirty="0"/>
              <a:t>OVERVIEW</a:t>
            </a:r>
            <a:r>
              <a:rPr lang="de-DE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2F04C7-E2EC-4221-AFA3-1ECE15E8A731}"/>
              </a:ext>
            </a:extLst>
          </p:cNvPr>
          <p:cNvSpPr txBox="1"/>
          <p:nvPr/>
        </p:nvSpPr>
        <p:spPr>
          <a:xfrm>
            <a:off x="4957763" y="939016"/>
            <a:ext cx="5734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For</a:t>
            </a:r>
            <a:r>
              <a:rPr lang="de-DE" dirty="0"/>
              <a:t> linear </a:t>
            </a:r>
            <a:r>
              <a:rPr lang="de-DE" dirty="0" err="1"/>
              <a:t>elastic</a:t>
            </a:r>
            <a:r>
              <a:rPr lang="de-DE" dirty="0"/>
              <a:t> material </a:t>
            </a:r>
            <a:r>
              <a:rPr lang="de-DE" dirty="0" err="1"/>
              <a:t>law</a:t>
            </a:r>
            <a:r>
              <a:rPr lang="de-DE" dirty="0"/>
              <a:t>;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easily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adjusted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incorporate</a:t>
            </a:r>
            <a:r>
              <a:rPr lang="de-DE" dirty="0"/>
              <a:t> </a:t>
            </a:r>
            <a:r>
              <a:rPr lang="de-DE" dirty="0" err="1"/>
              <a:t>E_steel</a:t>
            </a:r>
            <a:r>
              <a:rPr lang="de-DE" dirty="0"/>
              <a:t> </a:t>
            </a:r>
            <a:r>
              <a:rPr lang="de-DE" dirty="0" err="1"/>
              <a:t>instead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E_concrete</a:t>
            </a:r>
            <a:endParaRPr lang="de-DE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0CBF863-580A-4578-92D5-5BF8DC8C68D7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771900" y="1262182"/>
            <a:ext cx="1185863" cy="3350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632B087-C5C8-42C9-81B6-A78EA2D76065}"/>
              </a:ext>
            </a:extLst>
          </p:cNvPr>
          <p:cNvSpPr txBox="1"/>
          <p:nvPr/>
        </p:nvSpPr>
        <p:spPr>
          <a:xfrm>
            <a:off x="4657725" y="4681073"/>
            <a:ext cx="4362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Important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determine</a:t>
            </a:r>
            <a:r>
              <a:rPr lang="de-DE" dirty="0"/>
              <a:t> the </a:t>
            </a:r>
            <a:r>
              <a:rPr lang="de-DE" dirty="0" err="1"/>
              <a:t>stresses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strains</a:t>
            </a:r>
            <a:r>
              <a:rPr lang="de-DE" dirty="0"/>
              <a:t>, </a:t>
            </a:r>
            <a:r>
              <a:rPr lang="de-DE" dirty="0" err="1"/>
              <a:t>calling</a:t>
            </a:r>
            <a:r>
              <a:rPr lang="de-DE" dirty="0"/>
              <a:t> all </a:t>
            </a:r>
            <a:r>
              <a:rPr lang="de-DE" dirty="0" err="1"/>
              <a:t>other</a:t>
            </a:r>
            <a:r>
              <a:rPr lang="de-DE" dirty="0"/>
              <a:t> relevant </a:t>
            </a:r>
            <a:r>
              <a:rPr lang="de-DE" dirty="0" err="1"/>
              <a:t>functions</a:t>
            </a:r>
            <a:endParaRPr lang="de-DE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676ABC8-EB5B-4039-B5B2-548547DC2FB7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3057525" y="4446961"/>
            <a:ext cx="1600200" cy="6957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595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147F2-A0FD-4027-90FB-E32484248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Fragen an Andreas: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301E5-5940-44B9-94F4-0549ACD1D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100"/>
            <a:ext cx="10515600" cy="47561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sz="1800" dirty="0"/>
              <a:t>Allgemein: </a:t>
            </a:r>
          </a:p>
          <a:p>
            <a:pPr marL="514350" indent="-514350">
              <a:buFont typeface="+mj-lt"/>
              <a:buAutoNum type="arabicPeriod"/>
            </a:pPr>
            <a:r>
              <a:rPr lang="de-DE" sz="1800" dirty="0"/>
              <a:t>Hast du ein Beispiel, bei dem du auch Zahlen verwendet hast für die MAT / GEOM – Einträge?</a:t>
            </a:r>
          </a:p>
          <a:p>
            <a:pPr marL="514350" indent="-514350">
              <a:buFont typeface="+mj-lt"/>
              <a:buAutoNum type="arabicPeriod"/>
            </a:pPr>
            <a:r>
              <a:rPr lang="de-DE" sz="1800" dirty="0"/>
              <a:t>Gibt es einen „</a:t>
            </a:r>
            <a:r>
              <a:rPr lang="de-DE" sz="1800" dirty="0" err="1"/>
              <a:t>main</a:t>
            </a:r>
            <a:r>
              <a:rPr lang="de-DE" sz="1800" dirty="0"/>
              <a:t>“ code oder so, von dem die Funktionen abgerufen werden?</a:t>
            </a:r>
          </a:p>
          <a:p>
            <a:pPr marL="514350" indent="-514350">
              <a:buFont typeface="+mj-lt"/>
              <a:buAutoNum type="arabicPeriod"/>
            </a:pPr>
            <a:r>
              <a:rPr lang="de-DE" sz="1800" dirty="0"/>
              <a:t>Ich meinte du hattest auch ein File in dem die FE ausgeführt / </a:t>
            </a:r>
            <a:r>
              <a:rPr lang="de-DE" sz="1800" dirty="0" err="1"/>
              <a:t>gesolved</a:t>
            </a:r>
            <a:r>
              <a:rPr lang="de-DE" sz="1800" dirty="0"/>
              <a:t> wird… hast du das noch?</a:t>
            </a:r>
          </a:p>
          <a:p>
            <a:pPr marL="514350" indent="-514350">
              <a:buFont typeface="+mj-lt"/>
              <a:buAutoNum type="arabicPeriod"/>
            </a:pPr>
            <a:r>
              <a:rPr lang="de-DE" sz="1800" dirty="0">
                <a:highlight>
                  <a:srgbClr val="FFFF00"/>
                </a:highlight>
              </a:rPr>
              <a:t>Im File „Integration_LayerElement.py“ wird gar nicht auf die Klasse „</a:t>
            </a:r>
            <a:r>
              <a:rPr lang="de-DE" sz="1800" dirty="0" err="1">
                <a:highlight>
                  <a:srgbClr val="FFFF00"/>
                </a:highlight>
              </a:rPr>
              <a:t>stresses</a:t>
            </a:r>
            <a:r>
              <a:rPr lang="de-DE" sz="1800" dirty="0">
                <a:highlight>
                  <a:srgbClr val="FFFF00"/>
                </a:highlight>
              </a:rPr>
              <a:t>()“ zugegriffen. Wo ist der Zusammenhang?</a:t>
            </a:r>
          </a:p>
          <a:p>
            <a:pPr marL="0" indent="0">
              <a:buNone/>
            </a:pPr>
            <a:endParaRPr lang="de-DE" sz="1800" dirty="0"/>
          </a:p>
          <a:p>
            <a:pPr marL="0" indent="0">
              <a:buNone/>
            </a:pPr>
            <a:r>
              <a:rPr lang="de-DE" sz="1800" dirty="0"/>
              <a:t>Spezifischer: </a:t>
            </a:r>
          </a:p>
          <a:p>
            <a:pPr marL="514350" indent="-514350">
              <a:buFont typeface="+mj-lt"/>
              <a:buAutoNum type="arabicPeriod"/>
            </a:pPr>
            <a:r>
              <a:rPr lang="de-DE" sz="1800" dirty="0"/>
              <a:t>Im File „Integration_LayerElement.py“: </a:t>
            </a:r>
          </a:p>
          <a:p>
            <a:pPr marL="971550" lvl="1" indent="-514350">
              <a:buFont typeface="+mj-lt"/>
              <a:buAutoNum type="alphaLcParenR"/>
            </a:pPr>
            <a:r>
              <a:rPr lang="de-DE" sz="1800" dirty="0"/>
              <a:t>Es scheinen alle Matrizen nicht definiert zu sein „GEOMK, MATK, ELEMENTS, COORD, ..“: Habe ich ein File nicht erhalten? Oder wo wird das definiert?</a:t>
            </a:r>
          </a:p>
          <a:p>
            <a:pPr marL="971550" lvl="1" indent="-514350">
              <a:buFont typeface="+mj-lt"/>
              <a:buAutoNum type="alphaLcParenR"/>
            </a:pPr>
            <a:r>
              <a:rPr lang="de-DE" sz="1800" dirty="0"/>
              <a:t>Die Funktion „</a:t>
            </a:r>
            <a:r>
              <a:rPr lang="de-DE" sz="1800" dirty="0" err="1"/>
              <a:t>get_et</a:t>
            </a:r>
            <a:r>
              <a:rPr lang="de-DE" sz="1800" dirty="0"/>
              <a:t>“ ist nicht definiert. Wo kann ich diese finden / was sollte sie machen?</a:t>
            </a:r>
          </a:p>
          <a:p>
            <a:pPr marL="514350" indent="-514350">
              <a:buFont typeface="+mj-lt"/>
              <a:buAutoNum type="arabicPeriod"/>
            </a:pPr>
            <a:r>
              <a:rPr lang="de-DE" sz="1800" dirty="0"/>
              <a:t>Im File „Stresses_mixreinf.py“:</a:t>
            </a:r>
          </a:p>
          <a:p>
            <a:pPr marL="971550" lvl="1" indent="-514350">
              <a:buFont typeface="+mj-lt"/>
              <a:buAutoNum type="alphaLcParenR"/>
            </a:pPr>
            <a:r>
              <a:rPr lang="de-CH" sz="1800" dirty="0"/>
              <a:t>Was ist «</a:t>
            </a:r>
            <a:r>
              <a:rPr lang="de-CH" sz="1800" dirty="0" err="1"/>
              <a:t>defcplx</a:t>
            </a:r>
            <a:r>
              <a:rPr lang="de-CH" sz="1800" dirty="0"/>
              <a:t>» (Zeile 4)? </a:t>
            </a:r>
            <a:r>
              <a:rPr lang="de-CH" sz="1800" dirty="0">
                <a:sym typeface="Wingdings" panose="05000000000000000000" pitchFamily="2" charset="2"/>
              </a:rPr>
              <a:t> Wird im </a:t>
            </a:r>
            <a:r>
              <a:rPr lang="de-CH" sz="1800" dirty="0" err="1">
                <a:sym typeface="Wingdings" panose="05000000000000000000" pitchFamily="2" charset="2"/>
              </a:rPr>
              <a:t>file</a:t>
            </a:r>
            <a:r>
              <a:rPr lang="de-CH" sz="1800" dirty="0">
                <a:sym typeface="Wingdings" panose="05000000000000000000" pitchFamily="2" charset="2"/>
              </a:rPr>
              <a:t> nicht verwendet..? / gemäss meiner </a:t>
            </a:r>
            <a:r>
              <a:rPr lang="de-CH" sz="1800" dirty="0" err="1">
                <a:sym typeface="Wingdings" panose="05000000000000000000" pitchFamily="2" charset="2"/>
              </a:rPr>
              <a:t>google</a:t>
            </a:r>
            <a:r>
              <a:rPr lang="de-CH" sz="1800" dirty="0">
                <a:sym typeface="Wingdings" panose="05000000000000000000" pitchFamily="2" charset="2"/>
              </a:rPr>
              <a:t>-suche ist das kein bekanntes </a:t>
            </a:r>
            <a:r>
              <a:rPr lang="de-CH" sz="1800" dirty="0" err="1">
                <a:sym typeface="Wingdings" panose="05000000000000000000" pitchFamily="2" charset="2"/>
              </a:rPr>
              <a:t>package</a:t>
            </a:r>
            <a:endParaRPr lang="de-CH" sz="1800" dirty="0">
              <a:sym typeface="Wingdings" panose="05000000000000000000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de-CH" sz="1800" dirty="0"/>
              <a:t>Ist </a:t>
            </a:r>
            <a:r>
              <a:rPr lang="de-CH" sz="1800" dirty="0" err="1">
                <a:latin typeface="Consolas" panose="020B0609020204030204" pitchFamily="49" charset="0"/>
              </a:rPr>
              <a:t>cm_k</a:t>
            </a:r>
            <a:r>
              <a:rPr lang="de-CH" sz="1800" dirty="0"/>
              <a:t> dasselbe wie </a:t>
            </a:r>
            <a:r>
              <a:rPr lang="nl-NL" sz="1800" dirty="0">
                <a:latin typeface="Consolas" panose="020B0609020204030204" pitchFamily="49" charset="0"/>
              </a:rPr>
              <a:t>cm_klij</a:t>
            </a:r>
            <a:r>
              <a:rPr lang="nl-NL" sz="1800" dirty="0"/>
              <a:t>?</a:t>
            </a:r>
          </a:p>
          <a:p>
            <a:pPr marL="514350" indent="-514350">
              <a:buFont typeface="+mj-lt"/>
              <a:buAutoNum type="arabicPeriod"/>
            </a:pPr>
            <a:endParaRPr lang="de-CH" sz="18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25321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1176</Words>
  <Application>Microsoft Office PowerPoint</Application>
  <PresentationFormat>Widescreen</PresentationFormat>
  <Paragraphs>92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Symbol</vt:lpstr>
      <vt:lpstr>Wingdings</vt:lpstr>
      <vt:lpstr>Office Theme</vt:lpstr>
      <vt:lpstr>Notes Code Andreas</vt:lpstr>
      <vt:lpstr>Contents</vt:lpstr>
      <vt:lpstr>Integration_LayerElement.py – OVERVIEW </vt:lpstr>
      <vt:lpstr>Required inputs for defining stiffness matrices K_i</vt:lpstr>
      <vt:lpstr>Integration_LayerElement.py (Function 1)</vt:lpstr>
      <vt:lpstr>Integration_LayerElement.py (Function 2)</vt:lpstr>
      <vt:lpstr>Stresses_mixreinf.py – OVERVIEW </vt:lpstr>
      <vt:lpstr>PowerPoint Presentation</vt:lpstr>
      <vt:lpstr>Fragen an Andreas: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Notes Code Andreas</dc:title>
  <dc:creator>Balmer  Vera</dc:creator>
  <cp:lastModifiedBy>Balmer  Vera</cp:lastModifiedBy>
  <cp:revision>1</cp:revision>
  <dcterms:created xsi:type="dcterms:W3CDTF">2024-04-23T08:31:16Z</dcterms:created>
  <dcterms:modified xsi:type="dcterms:W3CDTF">2024-04-23T12:05:08Z</dcterms:modified>
</cp:coreProperties>
</file>