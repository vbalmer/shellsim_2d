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826" r:id="rId2"/>
    <p:sldId id="825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6EC31-221D-446B-9FCD-BEDB7BD2DB3E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2B7B8-A136-422E-9234-EB2DF948E1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07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6167-BDC7-4D4F-94FE-65824409376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784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E876-CCA3-4490-9169-006D3B72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AC1F2-3484-423E-9C4D-877DFA99D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BFD07-BC9C-4AC7-8F7C-DABA7138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2551E-7D60-405F-8CB0-C6715DFA1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CA9F8-5A90-4F5E-959D-C2A39644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393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3FE1-18DE-4E5E-946E-DCF2EB45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9BE2B-8EE0-41C3-A19D-1BD8B9C3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B9E31-296A-4DB2-95C0-C1ADDAA1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68D49-D140-4B00-8966-77FE86F5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5F787-8A0A-49B4-B703-D764DC9C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2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0C88-D626-4E02-9A8B-976AAB2A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E01B7-61B8-479B-969D-9FDD91346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80A2-F1BF-4EAF-8A6D-1A3977B7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90C4E-3113-4889-A7FD-08D27721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BCAC-65D0-4452-9491-9F422991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00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3EE9-4350-41F8-9ED0-0C412117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7B5C-4ED3-49C9-855E-A2A1EF3F6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3DA5D-638A-42DD-827E-A7E94ABFB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6ECC4-E700-497E-A9F6-3084C71F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CB14-DBBE-4013-A507-DDDEFC5A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DE5C0-AD75-4CBB-8C8D-0CFB99EA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54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F26B-15D8-482F-9152-97B47ACC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63A34-C5B9-475E-80F9-F6AB6810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F31C7-6ADA-4D28-8603-BEB64082A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1A304-9AB7-4EE0-BB15-2A960E3F2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55960-0960-4E4D-ABDF-68DE1C75F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86B5F-679F-4511-8B0F-C9879FF9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A007D-8BCA-4692-8DC6-BD161943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92E03-14A6-4016-B458-2F6EE52B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3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F2D7-F676-4982-9E66-98C36E9E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8AD16-5FF8-4C7F-B411-039571F8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B7622-543A-476D-B9D3-C0FEC9B7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E0053-3030-4BFF-B3DA-19F66704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94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A1988-873A-402B-9D20-0C3EB3D0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B9F58-F14A-4FEE-8EDD-A82C5162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DC11-574D-4495-BE98-C6202467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30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557F-4C97-4F34-B5EF-6E980DF5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8B53E-5B6F-479C-8D9A-0E97207E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6B654-DD67-4BA7-89D5-93E19A3A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877C2-0F58-456E-8985-C510BC3C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E0AEA-81DD-460B-94E7-59D76472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7F7E5-DCE1-4F2D-A45D-4A9A9965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41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9081-8075-4E46-ABA3-AD0854A4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789A5-DA37-4676-A094-5D09F74C3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5603C-C20F-46C0-9A60-2D0AED97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18DB-A170-448D-8784-3068D2C7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5DD0F-9250-449B-9073-94A81B84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1580-D3C6-4BD7-9208-510C2D1C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07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AF31-18A4-43F2-8D14-EC43DB24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D0939-A9AC-44F8-83DA-FBFA2D22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60C-157B-4628-A25D-7214D362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02DB6-72CC-40B3-9C5C-719FFAB7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BACF4-125B-4FC6-9FB3-C2EC2CB5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10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7C564-B144-4C98-8565-515475758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1921D-D276-4FE0-A663-D2681274A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23DE6-754E-4A44-8BA6-432FBCDD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9AC8-519E-47FF-B166-59255034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6DA25-F363-4FB3-A71F-DFD4BAEA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33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132CE-D60E-4326-9F76-B13B7208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9F9B-C386-44B0-8CE5-138AFCAA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6868-DB31-4C9D-828B-6EAFD7919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CAE7-5BCF-41C4-961F-20EB34D7449B}" type="datetimeFigureOut">
              <a:rPr lang="de-DE" smtClean="0"/>
              <a:t>11.07.2024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87919-318B-496D-95AA-414A190D7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DC4D-B123-40E6-B8A1-276E5606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5C08D-7706-4994-98EE-CAE1B8F5A3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67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302.png"/><Relationship Id="rId18" Type="http://schemas.openxmlformats.org/officeDocument/2006/relationships/image" Target="../media/image5.png"/><Relationship Id="rId26" Type="http://schemas.openxmlformats.org/officeDocument/2006/relationships/image" Target="../media/image57.png"/><Relationship Id="rId3" Type="http://schemas.openxmlformats.org/officeDocument/2006/relationships/image" Target="../media/image70.png"/><Relationship Id="rId21" Type="http://schemas.openxmlformats.org/officeDocument/2006/relationships/image" Target="../media/image52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4.png"/><Relationship Id="rId25" Type="http://schemas.openxmlformats.org/officeDocument/2006/relationships/image" Target="../media/image56.png"/><Relationship Id="rId33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image" Target="../media/image17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24" Type="http://schemas.openxmlformats.org/officeDocument/2006/relationships/image" Target="../media/image55.png"/><Relationship Id="rId32" Type="http://schemas.openxmlformats.org/officeDocument/2006/relationships/image" Target="../media/image10.png"/><Relationship Id="rId5" Type="http://schemas.openxmlformats.org/officeDocument/2006/relationships/image" Target="../media/image72.png"/><Relationship Id="rId15" Type="http://schemas.openxmlformats.org/officeDocument/2006/relationships/image" Target="../media/image2.png"/><Relationship Id="rId23" Type="http://schemas.openxmlformats.org/officeDocument/2006/relationships/image" Target="../media/image54.png"/><Relationship Id="rId28" Type="http://schemas.openxmlformats.org/officeDocument/2006/relationships/image" Target="../media/image8.png"/><Relationship Id="rId10" Type="http://schemas.openxmlformats.org/officeDocument/2006/relationships/image" Target="../media/image50.png"/><Relationship Id="rId19" Type="http://schemas.openxmlformats.org/officeDocument/2006/relationships/image" Target="../media/image6.png"/><Relationship Id="rId31" Type="http://schemas.openxmlformats.org/officeDocument/2006/relationships/image" Target="../media/image61.png"/><Relationship Id="rId4" Type="http://schemas.openxmlformats.org/officeDocument/2006/relationships/image" Target="../media/image7.png"/><Relationship Id="rId9" Type="http://schemas.openxmlformats.org/officeDocument/2006/relationships/image" Target="../media/image76.png"/><Relationship Id="rId14" Type="http://schemas.openxmlformats.org/officeDocument/2006/relationships/image" Target="../media/image1.png"/><Relationship Id="rId22" Type="http://schemas.openxmlformats.org/officeDocument/2006/relationships/image" Target="../media/image53.png"/><Relationship Id="rId27" Type="http://schemas.openxmlformats.org/officeDocument/2006/relationships/image" Target="../media/image15.png"/><Relationship Id="rId30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5.png"/><Relationship Id="rId18" Type="http://schemas.openxmlformats.org/officeDocument/2006/relationships/image" Target="../media/image46.png"/><Relationship Id="rId3" Type="http://schemas.openxmlformats.org/officeDocument/2006/relationships/image" Target="../media/image35.png"/><Relationship Id="rId21" Type="http://schemas.openxmlformats.org/officeDocument/2006/relationships/image" Target="../media/image49.png"/><Relationship Id="rId7" Type="http://schemas.openxmlformats.org/officeDocument/2006/relationships/image" Target="../media/image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43.png"/><Relationship Id="rId10" Type="http://schemas.openxmlformats.org/officeDocument/2006/relationships/image" Target="../media/image4.png"/><Relationship Id="rId19" Type="http://schemas.openxmlformats.org/officeDocument/2006/relationships/image" Target="../media/image47.png"/><Relationship Id="rId4" Type="http://schemas.openxmlformats.org/officeDocument/2006/relationships/image" Target="../media/image63.png"/><Relationship Id="rId9" Type="http://schemas.openxmlformats.org/officeDocument/2006/relationships/image" Target="../media/image6.png"/><Relationship Id="rId14" Type="http://schemas.openxmlformats.org/officeDocument/2006/relationships/image" Target="../media/image42.png"/><Relationship Id="rId2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F6618EA-027D-4C26-9FB0-8027C1CF0BEF}"/>
              </a:ext>
            </a:extLst>
          </p:cNvPr>
          <p:cNvGrpSpPr/>
          <p:nvPr/>
        </p:nvGrpSpPr>
        <p:grpSpPr>
          <a:xfrm>
            <a:off x="152666" y="834376"/>
            <a:ext cx="888102" cy="5024537"/>
            <a:chOff x="1495425" y="0"/>
            <a:chExt cx="2733675" cy="606241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DC3389A-EE35-46A7-AFA4-29A9A1E4DCD9}"/>
                </a:ext>
              </a:extLst>
            </p:cNvPr>
            <p:cNvSpPr/>
            <p:nvPr/>
          </p:nvSpPr>
          <p:spPr>
            <a:xfrm>
              <a:off x="1495425" y="0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0 - Linear </a:t>
              </a:r>
              <a:r>
                <a:rPr lang="de-DE" sz="1050" dirty="0" err="1">
                  <a:solidFill>
                    <a:schemeClr val="tx1"/>
                  </a:solidFill>
                </a:rPr>
                <a:t>Solve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ABF79B1-246B-447B-86E2-66D0212AC7E8}"/>
                </a:ext>
              </a:extLst>
            </p:cNvPr>
            <p:cNvSpPr/>
            <p:nvPr/>
          </p:nvSpPr>
          <p:spPr>
            <a:xfrm>
              <a:off x="1495425" y="788194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1 –</a:t>
              </a:r>
              <a:r>
                <a:rPr lang="de-DE" sz="1050" dirty="0" err="1">
                  <a:solidFill>
                    <a:schemeClr val="tx1"/>
                  </a:solidFill>
                </a:rPr>
                <a:t>Strains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86AAED2-7521-43AE-8893-9A1E90C2572B}"/>
                </a:ext>
              </a:extLst>
            </p:cNvPr>
            <p:cNvSpPr/>
            <p:nvPr/>
          </p:nvSpPr>
          <p:spPr>
            <a:xfrm>
              <a:off x="1495425" y="1559719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2 – </a:t>
              </a:r>
              <a:r>
                <a:rPr lang="de-DE" sz="1050" dirty="0" err="1">
                  <a:solidFill>
                    <a:schemeClr val="tx1"/>
                  </a:solidFill>
                </a:rPr>
                <a:t>layer</a:t>
              </a:r>
              <a:r>
                <a:rPr lang="de-DE" sz="1050" dirty="0">
                  <a:solidFill>
                    <a:schemeClr val="tx1"/>
                  </a:solidFill>
                </a:rPr>
                <a:t> </a:t>
              </a:r>
              <a:r>
                <a:rPr lang="de-DE" sz="1050" dirty="0" err="1">
                  <a:solidFill>
                    <a:schemeClr val="tx1"/>
                  </a:solidFill>
                </a:rPr>
                <a:t>strains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0E77903-56F9-40ED-92EF-75198FB4A59F}"/>
                </a:ext>
              </a:extLst>
            </p:cNvPr>
            <p:cNvSpPr/>
            <p:nvPr/>
          </p:nvSpPr>
          <p:spPr>
            <a:xfrm>
              <a:off x="1495425" y="2331244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3 –</a:t>
              </a:r>
              <a:r>
                <a:rPr lang="de-DE" sz="1050" dirty="0" err="1">
                  <a:solidFill>
                    <a:schemeClr val="tx1"/>
                  </a:solidFill>
                </a:rPr>
                <a:t>layer</a:t>
              </a:r>
              <a:r>
                <a:rPr lang="de-DE" sz="1050" dirty="0">
                  <a:solidFill>
                    <a:schemeClr val="tx1"/>
                  </a:solidFill>
                </a:rPr>
                <a:t> </a:t>
              </a:r>
              <a:r>
                <a:rPr lang="de-DE" sz="1050" dirty="0" err="1">
                  <a:solidFill>
                    <a:schemeClr val="tx1"/>
                  </a:solidFill>
                </a:rPr>
                <a:t>stresses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E3A0B4F-5F97-433D-8816-2AD5F5084290}"/>
                </a:ext>
              </a:extLst>
            </p:cNvPr>
            <p:cNvSpPr/>
            <p:nvPr/>
          </p:nvSpPr>
          <p:spPr>
            <a:xfrm>
              <a:off x="1495425" y="3162300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4 –</a:t>
              </a:r>
              <a:r>
                <a:rPr lang="de-DE" sz="1050" dirty="0" err="1">
                  <a:solidFill>
                    <a:schemeClr val="tx1"/>
                  </a:solidFill>
                </a:rPr>
                <a:t>stresses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2F339AE-D200-410E-A9DC-871A8D63EA5D}"/>
                </a:ext>
              </a:extLst>
            </p:cNvPr>
            <p:cNvSpPr/>
            <p:nvPr/>
          </p:nvSpPr>
          <p:spPr>
            <a:xfrm>
              <a:off x="1495425" y="3950494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5 –</a:t>
              </a:r>
              <a:r>
                <a:rPr lang="de-DE" sz="1050" dirty="0" err="1">
                  <a:solidFill>
                    <a:schemeClr val="tx1"/>
                  </a:solidFill>
                </a:rPr>
                <a:t>residuals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65AB2F2-4F8E-4954-B149-81B9F0E8182C}"/>
                </a:ext>
              </a:extLst>
            </p:cNvPr>
            <p:cNvSpPr/>
            <p:nvPr/>
          </p:nvSpPr>
          <p:spPr>
            <a:xfrm>
              <a:off x="1495425" y="4722019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6 – New </a:t>
              </a:r>
              <a:r>
                <a:rPr lang="de-DE" sz="1050" dirty="0" err="1">
                  <a:solidFill>
                    <a:schemeClr val="tx1"/>
                  </a:solidFill>
                </a:rPr>
                <a:t>solve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900C0842-BC1B-4263-9D5F-CE62743E1EC5}"/>
                </a:ext>
              </a:extLst>
            </p:cNvPr>
            <p:cNvSpPr/>
            <p:nvPr/>
          </p:nvSpPr>
          <p:spPr>
            <a:xfrm>
              <a:off x="1495425" y="5443294"/>
              <a:ext cx="2733675" cy="6191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7 – Final </a:t>
              </a:r>
              <a:r>
                <a:rPr lang="de-DE" sz="1050" dirty="0" err="1">
                  <a:solidFill>
                    <a:schemeClr val="tx1"/>
                  </a:solidFill>
                </a:rPr>
                <a:t>iteration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BA61401-729E-44A7-B244-70D60BC9A8B8}"/>
              </a:ext>
            </a:extLst>
          </p:cNvPr>
          <p:cNvGrpSpPr/>
          <p:nvPr/>
        </p:nvGrpSpPr>
        <p:grpSpPr>
          <a:xfrm>
            <a:off x="1198322" y="834376"/>
            <a:ext cx="1514211" cy="5025966"/>
            <a:chOff x="3914775" y="1076325"/>
            <a:chExt cx="609600" cy="5025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80CDF7F9-E0A5-4B8F-BBD4-2D79059CEDEF}"/>
                    </a:ext>
                  </a:extLst>
                </p:cNvPr>
                <p:cNvSpPr/>
                <p:nvPr/>
              </p:nvSpPr>
              <p:spPr>
                <a:xfrm>
                  <a:off x="3914775" y="1076325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80CDF7F9-E0A5-4B8F-BBD4-2D79059CED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1076325"/>
                  <a:ext cx="609600" cy="513131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30AD7514-44D0-4F51-B02F-CE1B7B98FB1C}"/>
                    </a:ext>
                  </a:extLst>
                </p:cNvPr>
                <p:cNvSpPr/>
                <p:nvPr/>
              </p:nvSpPr>
              <p:spPr>
                <a:xfrm>
                  <a:off x="3914775" y="1729581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𝐵𝑢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30AD7514-44D0-4F51-B02F-CE1B7B98FB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1729581"/>
                  <a:ext cx="609600" cy="513131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76FE7770-3858-4241-A86E-8814E455A838}"/>
                    </a:ext>
                  </a:extLst>
                </p:cNvPr>
                <p:cNvSpPr/>
                <p:nvPr/>
              </p:nvSpPr>
              <p:spPr>
                <a:xfrm>
                  <a:off x="3914775" y="2369020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76FE7770-3858-4241-A86E-8814E455A8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2369020"/>
                  <a:ext cx="609600" cy="513131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67FD8B29-6315-4B81-AACF-E1C7FEAE76E0}"/>
                    </a:ext>
                  </a:extLst>
                </p:cNvPr>
                <p:cNvSpPr/>
                <p:nvPr/>
              </p:nvSpPr>
              <p:spPr>
                <a:xfrm>
                  <a:off x="3914775" y="3008462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67FD8B29-6315-4B81-AACF-E1C7FEAE76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3008462"/>
                  <a:ext cx="609600" cy="513131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F91A4147-0F79-4442-B257-E57C38D2D5A9}"/>
                    </a:ext>
                  </a:extLst>
                </p:cNvPr>
                <p:cNvSpPr/>
                <p:nvPr/>
              </p:nvSpPr>
              <p:spPr>
                <a:xfrm>
                  <a:off x="3914775" y="3697241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F91A4147-0F79-4442-B257-E57C38D2D5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3697241"/>
                  <a:ext cx="609600" cy="513131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5FCBE648-36D8-4316-B98C-ED287FDC52E7}"/>
                    </a:ext>
                  </a:extLst>
                </p:cNvPr>
                <p:cNvSpPr/>
                <p:nvPr/>
              </p:nvSpPr>
              <p:spPr>
                <a:xfrm>
                  <a:off x="3914775" y="4350496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5FCBE648-36D8-4316-B98C-ED287FDC52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4350496"/>
                  <a:ext cx="609600" cy="513131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183C98A-C4FE-490D-9D65-ECDE3029A0C7}"/>
                    </a:ext>
                  </a:extLst>
                </p:cNvPr>
                <p:cNvSpPr/>
                <p:nvPr/>
              </p:nvSpPr>
              <p:spPr>
                <a:xfrm>
                  <a:off x="3914775" y="4989937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183C98A-C4FE-490D-9D65-ECDE3029A0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4989937"/>
                  <a:ext cx="609600" cy="513131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F4412F7C-5475-4E3E-8E11-046D0EF515A6}"/>
                    </a:ext>
                  </a:extLst>
                </p:cNvPr>
                <p:cNvSpPr/>
                <p:nvPr/>
              </p:nvSpPr>
              <p:spPr>
                <a:xfrm>
                  <a:off x="3914775" y="5589160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de-DE" sz="1000" dirty="0">
                      <a:solidFill>
                        <a:schemeClr val="tx1"/>
                      </a:solidFill>
                    </a:rPr>
                    <a:t>Steps 1…4 </a:t>
                  </a:r>
                  <a:r>
                    <a:rPr lang="de-DE" sz="1000" dirty="0" err="1">
                      <a:solidFill>
                        <a:schemeClr val="tx1"/>
                      </a:solidFill>
                    </a:rPr>
                    <a:t>with</a:t>
                  </a:r>
                  <a:r>
                    <a:rPr lang="de-DE" sz="1000" dirty="0">
                      <a:solidFill>
                        <a:schemeClr val="tx1"/>
                      </a:solidFill>
                    </a:rPr>
                    <a:t> </a:t>
                  </a:r>
                  <a:br>
                    <a:rPr lang="de-DE" sz="1000" dirty="0">
                      <a:solidFill>
                        <a:schemeClr val="tx1"/>
                      </a:solidFill>
                    </a:rPr>
                  </a:br>
                  <a:r>
                    <a:rPr lang="de-DE" sz="1000" dirty="0" err="1">
                      <a:solidFill>
                        <a:srgbClr val="7030A0"/>
                      </a:solidFill>
                      <a:latin typeface="Consolas" panose="020B0609020204030204" pitchFamily="49" charset="0"/>
                    </a:rPr>
                    <a:t>go</a:t>
                  </a:r>
                  <a:r>
                    <a:rPr lang="de-DE" sz="1000" dirty="0">
                      <a:solidFill>
                        <a:srgbClr val="7030A0"/>
                      </a:solidFill>
                      <a:latin typeface="Consolas" panose="020B0609020204030204" pitchFamily="49" charset="0"/>
                    </a:rPr>
                    <a:t> = 1 </a:t>
                  </a:r>
                  <a:r>
                    <a:rPr lang="de-DE" sz="1000" dirty="0" err="1">
                      <a:solidFill>
                        <a:schemeClr val="tx1"/>
                      </a:solidFill>
                    </a:rPr>
                    <a:t>to</a:t>
                  </a:r>
                  <a:r>
                    <a:rPr lang="de-DE" sz="10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de-DE" sz="1000" dirty="0" err="1">
                      <a:solidFill>
                        <a:schemeClr val="tx1"/>
                      </a:solidFill>
                    </a:rPr>
                    <a:t>get</a:t>
                  </a:r>
                  <a:r>
                    <a:rPr lang="de-DE" sz="10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de-DE" sz="1000" dirty="0">
                      <a:solidFill>
                        <a:schemeClr val="tx1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de-DE" sz="1000" dirty="0">
                      <a:solidFill>
                        <a:schemeClr val="tx1"/>
                      </a:solidFill>
                    </a:rPr>
                    <a:t> in </a:t>
                  </a:r>
                  <a:r>
                    <a:rPr lang="de-DE" sz="1000" dirty="0" err="1">
                      <a:solidFill>
                        <a:schemeClr val="tx1"/>
                      </a:solidFill>
                    </a:rPr>
                    <a:t>centroids</a:t>
                  </a:r>
                  <a:endParaRPr lang="de-D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F4412F7C-5475-4E3E-8E11-046D0EF515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775" y="5589160"/>
                  <a:ext cx="609600" cy="513131"/>
                </a:xfrm>
                <a:prstGeom prst="roundRect">
                  <a:avLst/>
                </a:prstGeom>
                <a:blipFill>
                  <a:blip r:embed="rId10"/>
                  <a:stretch>
                    <a:fillRect t="-2326" b="-1046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3075F7-0557-4FD4-8FDF-4103BA66967F}"/>
              </a:ext>
            </a:extLst>
          </p:cNvPr>
          <p:cNvCxnSpPr>
            <a:cxnSpLocks/>
          </p:cNvCxnSpPr>
          <p:nvPr/>
        </p:nvCxnSpPr>
        <p:spPr>
          <a:xfrm flipV="1">
            <a:off x="2723069" y="5004556"/>
            <a:ext cx="146370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44DA34-15B1-46B5-B262-BBE73FEDC253}"/>
              </a:ext>
            </a:extLst>
          </p:cNvPr>
          <p:cNvCxnSpPr>
            <a:cxnSpLocks/>
          </p:cNvCxnSpPr>
          <p:nvPr/>
        </p:nvCxnSpPr>
        <p:spPr>
          <a:xfrm flipV="1">
            <a:off x="2853676" y="1744197"/>
            <a:ext cx="0" cy="32603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7B1E27-F2ED-4A56-8F60-CD7CBB0B89E1}"/>
              </a:ext>
            </a:extLst>
          </p:cNvPr>
          <p:cNvCxnSpPr>
            <a:cxnSpLocks/>
          </p:cNvCxnSpPr>
          <p:nvPr/>
        </p:nvCxnSpPr>
        <p:spPr>
          <a:xfrm flipH="1">
            <a:off x="2704300" y="1744199"/>
            <a:ext cx="14277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A52CBC4-BFCE-4D98-AEFA-458111EAD987}"/>
              </a:ext>
            </a:extLst>
          </p:cNvPr>
          <p:cNvSpPr txBox="1"/>
          <p:nvPr/>
        </p:nvSpPr>
        <p:spPr>
          <a:xfrm rot="16200000">
            <a:off x="2494354" y="3202619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i="1" dirty="0" err="1"/>
              <a:t>iterate</a:t>
            </a:r>
            <a:endParaRPr lang="de-DE" sz="1050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2D8375-6B47-41DE-9005-36C621223931}"/>
              </a:ext>
            </a:extLst>
          </p:cNvPr>
          <p:cNvSpPr txBox="1"/>
          <p:nvPr/>
        </p:nvSpPr>
        <p:spPr>
          <a:xfrm>
            <a:off x="152665" y="192554"/>
            <a:ext cx="1733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Standard NLFEA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602A73-95B0-4899-87CF-DEB4AC86621B}"/>
              </a:ext>
            </a:extLst>
          </p:cNvPr>
          <p:cNvGrpSpPr/>
          <p:nvPr/>
        </p:nvGrpSpPr>
        <p:grpSpPr>
          <a:xfrm>
            <a:off x="7374872" y="834376"/>
            <a:ext cx="1637152" cy="4369742"/>
            <a:chOff x="9079074" y="1076325"/>
            <a:chExt cx="609600" cy="4369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C0E6635F-E036-4810-85A1-3532C61DA1FB}"/>
                    </a:ext>
                  </a:extLst>
                </p:cNvPr>
                <p:cNvSpPr/>
                <p:nvPr/>
              </p:nvSpPr>
              <p:spPr>
                <a:xfrm>
                  <a:off x="9079074" y="1076325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C0E6635F-E036-4810-85A1-3532C61DA1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74" y="1076325"/>
                  <a:ext cx="609600" cy="513131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1DC424E6-3F33-4A53-830D-450DDA0B919B}"/>
                    </a:ext>
                  </a:extLst>
                </p:cNvPr>
                <p:cNvSpPr/>
                <p:nvPr/>
              </p:nvSpPr>
              <p:spPr>
                <a:xfrm>
                  <a:off x="9079074" y="1729581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1DC424E6-3F33-4A53-830D-450DDA0B9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74" y="1729581"/>
                  <a:ext cx="609600" cy="513131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3406E999-967B-44B7-90E6-D71E66B51E86}"/>
                    </a:ext>
                  </a:extLst>
                </p:cNvPr>
                <p:cNvSpPr/>
                <p:nvPr/>
              </p:nvSpPr>
              <p:spPr>
                <a:xfrm>
                  <a:off x="9079074" y="2386907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3406E999-967B-44B7-90E6-D71E66B51E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74" y="2386907"/>
                  <a:ext cx="609600" cy="513131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972E8B94-3109-4AF2-9886-45EB5F0BEF8F}"/>
                    </a:ext>
                  </a:extLst>
                </p:cNvPr>
                <p:cNvSpPr/>
                <p:nvPr/>
              </p:nvSpPr>
              <p:spPr>
                <a:xfrm>
                  <a:off x="9079074" y="4293495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DE" sz="1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972E8B94-3109-4AF2-9886-45EB5F0BEF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74" y="4293495"/>
                  <a:ext cx="609600" cy="513131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AAD74F96-43ED-4A0C-A683-C8A3F855D4EB}"/>
                    </a:ext>
                  </a:extLst>
                </p:cNvPr>
                <p:cNvSpPr/>
                <p:nvPr/>
              </p:nvSpPr>
              <p:spPr>
                <a:xfrm>
                  <a:off x="9079074" y="4932936"/>
                  <a:ext cx="609600" cy="51313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AAD74F96-43ED-4A0C-A683-C8A3F855D4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74" y="4932936"/>
                  <a:ext cx="609600" cy="513131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211862C-9CB1-4439-879E-05A5859D10EE}"/>
              </a:ext>
            </a:extLst>
          </p:cNvPr>
          <p:cNvSpPr txBox="1"/>
          <p:nvPr/>
        </p:nvSpPr>
        <p:spPr>
          <a:xfrm>
            <a:off x="6257770" y="192554"/>
            <a:ext cx="1822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NN-hybrid NLFEA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9BBE902-9838-4FF5-B302-2031B0D14AF4}"/>
              </a:ext>
            </a:extLst>
          </p:cNvPr>
          <p:cNvSpPr/>
          <p:nvPr/>
        </p:nvSpPr>
        <p:spPr>
          <a:xfrm>
            <a:off x="1198322" y="834376"/>
            <a:ext cx="1514211" cy="51313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19BF80A-EE77-4096-86F7-F4E704E2620A}"/>
              </a:ext>
            </a:extLst>
          </p:cNvPr>
          <p:cNvSpPr/>
          <p:nvPr/>
        </p:nvSpPr>
        <p:spPr>
          <a:xfrm>
            <a:off x="7381167" y="834376"/>
            <a:ext cx="1614592" cy="51313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D05375C-C155-48D3-9D3E-543A58675D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3433" y="2721377"/>
            <a:ext cx="560828" cy="48687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A94653F-AA25-4D5C-86F9-76EDC9ABB6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3433" y="3432421"/>
            <a:ext cx="560828" cy="48687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6843EAB-0C70-42C6-AF96-F976E2566D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86372" y="3432421"/>
            <a:ext cx="562609" cy="486873"/>
          </a:xfrm>
          <a:prstGeom prst="rect">
            <a:avLst/>
          </a:prstGeom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6EA4D933-2669-48F5-921C-35EBA0AE367B}"/>
              </a:ext>
            </a:extLst>
          </p:cNvPr>
          <p:cNvSpPr/>
          <p:nvPr/>
        </p:nvSpPr>
        <p:spPr>
          <a:xfrm>
            <a:off x="3646323" y="3654387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CE1AD0E-DDF4-4898-88F5-5113CCF7D0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88153" y="2139725"/>
            <a:ext cx="560828" cy="48687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52FF146-7F8D-4AF3-8EAB-C6B939B959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3433" y="4108547"/>
            <a:ext cx="562609" cy="486873"/>
          </a:xfrm>
          <a:prstGeom prst="rect">
            <a:avLst/>
          </a:prstGeom>
        </p:spPr>
      </p:pic>
      <p:sp>
        <p:nvSpPr>
          <p:cNvPr id="71" name="Arrow: Right 70">
            <a:extLst>
              <a:ext uri="{FF2B5EF4-FFF2-40B4-BE49-F238E27FC236}">
                <a16:creationId xmlns:a16="http://schemas.microsoft.com/office/drawing/2014/main" id="{88D36688-5227-49F1-9077-B614E287C642}"/>
              </a:ext>
            </a:extLst>
          </p:cNvPr>
          <p:cNvSpPr/>
          <p:nvPr/>
        </p:nvSpPr>
        <p:spPr>
          <a:xfrm>
            <a:off x="3646323" y="2359748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45C7D25-F1A0-4128-B8F3-42695C7AAE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48994" y="1487632"/>
            <a:ext cx="600818" cy="513131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1E635D42-09BA-4F70-9EB3-55C11318D83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01367" y="1474026"/>
            <a:ext cx="600818" cy="513131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7A78093C-6016-4F5B-8BC6-96D2615DAE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20745" y="769692"/>
            <a:ext cx="1428236" cy="612531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37D8520E-6AF7-4A06-B5CF-2F2077F08B7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20745" y="4733034"/>
            <a:ext cx="1428236" cy="612531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0B3E7E2E-41B1-4A1F-A1B5-46F55949A76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8324" y="733054"/>
            <a:ext cx="1428236" cy="612531"/>
          </a:xfrm>
          <a:prstGeom prst="rect">
            <a:avLst/>
          </a:prstGeom>
        </p:spPr>
      </p:pic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5BC8831E-9405-4DA4-B241-C410E0017BFF}"/>
              </a:ext>
            </a:extLst>
          </p:cNvPr>
          <p:cNvSpPr/>
          <p:nvPr/>
        </p:nvSpPr>
        <p:spPr>
          <a:xfrm>
            <a:off x="3646323" y="1718576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A54BED02-77C0-44D2-9FDB-471E2584F096}"/>
              </a:ext>
            </a:extLst>
          </p:cNvPr>
          <p:cNvSpPr/>
          <p:nvPr/>
        </p:nvSpPr>
        <p:spPr>
          <a:xfrm>
            <a:off x="3646323" y="4272658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66977EC3-477D-4635-BD66-5638EBDB45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69554" y="4056908"/>
            <a:ext cx="600818" cy="51313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34C5FB2-AEFC-4D5C-9776-FD4E72F17905}"/>
              </a:ext>
            </a:extLst>
          </p:cNvPr>
          <p:cNvGrpSpPr/>
          <p:nvPr/>
        </p:nvGrpSpPr>
        <p:grpSpPr>
          <a:xfrm>
            <a:off x="6352776" y="834375"/>
            <a:ext cx="888102" cy="4369743"/>
            <a:chOff x="5577407" y="1076324"/>
            <a:chExt cx="888102" cy="4369743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8ED6E07-4DCE-4577-A244-9C5A095D6AAC}"/>
                </a:ext>
              </a:extLst>
            </p:cNvPr>
            <p:cNvSpPr/>
            <p:nvPr/>
          </p:nvSpPr>
          <p:spPr>
            <a:xfrm>
              <a:off x="5577407" y="1076324"/>
              <a:ext cx="888102" cy="5131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0 - Linear </a:t>
              </a:r>
              <a:r>
                <a:rPr lang="de-DE" sz="1050" dirty="0" err="1">
                  <a:solidFill>
                    <a:schemeClr val="tx1"/>
                  </a:solidFill>
                </a:rPr>
                <a:t>Solve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4895D231-CCD6-4BB4-ADE2-947B9C37976F}"/>
                </a:ext>
              </a:extLst>
            </p:cNvPr>
            <p:cNvSpPr/>
            <p:nvPr/>
          </p:nvSpPr>
          <p:spPr>
            <a:xfrm>
              <a:off x="5577407" y="1729580"/>
              <a:ext cx="888102" cy="5131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1 –</a:t>
              </a:r>
              <a:r>
                <a:rPr lang="de-DE" sz="1050" dirty="0" err="1">
                  <a:solidFill>
                    <a:schemeClr val="tx1"/>
                  </a:solidFill>
                </a:rPr>
                <a:t>Strains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B7CD02D-CA3B-402D-B317-6BAF68E3C13E}"/>
                </a:ext>
              </a:extLst>
            </p:cNvPr>
            <p:cNvSpPr/>
            <p:nvPr/>
          </p:nvSpPr>
          <p:spPr>
            <a:xfrm>
              <a:off x="5577407" y="2377716"/>
              <a:ext cx="888102" cy="5131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2 –</a:t>
              </a:r>
              <a:r>
                <a:rPr lang="de-DE" sz="1050" dirty="0" err="1">
                  <a:solidFill>
                    <a:schemeClr val="tx1"/>
                  </a:solidFill>
                </a:rPr>
                <a:t>stresses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B1A2DCB8-9895-4C06-8374-8F4226E50D46}"/>
                </a:ext>
              </a:extLst>
            </p:cNvPr>
            <p:cNvSpPr/>
            <p:nvPr/>
          </p:nvSpPr>
          <p:spPr>
            <a:xfrm>
              <a:off x="5577407" y="4293495"/>
              <a:ext cx="888102" cy="5131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3 –</a:t>
              </a:r>
              <a:r>
                <a:rPr lang="de-DE" sz="1050" dirty="0" err="1">
                  <a:solidFill>
                    <a:schemeClr val="tx1"/>
                  </a:solidFill>
                </a:rPr>
                <a:t>residuals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EBCA9A0-D03C-4536-84AA-BF27D761CAC3}"/>
                </a:ext>
              </a:extLst>
            </p:cNvPr>
            <p:cNvSpPr/>
            <p:nvPr/>
          </p:nvSpPr>
          <p:spPr>
            <a:xfrm>
              <a:off x="5577407" y="4932936"/>
              <a:ext cx="888102" cy="5131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050" dirty="0">
                  <a:solidFill>
                    <a:schemeClr val="tx1"/>
                  </a:solidFill>
                </a:rPr>
                <a:t>4– New </a:t>
              </a:r>
              <a:r>
                <a:rPr lang="de-DE" sz="1050" dirty="0" err="1">
                  <a:solidFill>
                    <a:schemeClr val="tx1"/>
                  </a:solidFill>
                </a:rPr>
                <a:t>solve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20E1E2F-BCC0-4023-8D8B-DDB7095BC8DF}"/>
              </a:ext>
            </a:extLst>
          </p:cNvPr>
          <p:cNvCxnSpPr/>
          <p:nvPr/>
        </p:nvCxnSpPr>
        <p:spPr>
          <a:xfrm>
            <a:off x="6194683" y="205740"/>
            <a:ext cx="0" cy="61569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23489C2-D5D7-4A93-9580-F8E60EBF3282}"/>
              </a:ext>
            </a:extLst>
          </p:cNvPr>
          <p:cNvCxnSpPr>
            <a:cxnSpLocks/>
          </p:cNvCxnSpPr>
          <p:nvPr/>
        </p:nvCxnSpPr>
        <p:spPr>
          <a:xfrm>
            <a:off x="4588225" y="733054"/>
            <a:ext cx="0" cy="5125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261F88F-D319-4007-8335-7DA2F9EB5B6F}"/>
              </a:ext>
            </a:extLst>
          </p:cNvPr>
          <p:cNvCxnSpPr>
            <a:cxnSpLocks/>
          </p:cNvCxnSpPr>
          <p:nvPr/>
        </p:nvCxnSpPr>
        <p:spPr>
          <a:xfrm>
            <a:off x="2925327" y="733054"/>
            <a:ext cx="0" cy="5125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893018F-5314-4305-95B9-4202F218B0AC}"/>
              </a:ext>
            </a:extLst>
          </p:cNvPr>
          <p:cNvCxnSpPr>
            <a:cxnSpLocks/>
          </p:cNvCxnSpPr>
          <p:nvPr/>
        </p:nvCxnSpPr>
        <p:spPr>
          <a:xfrm flipV="1">
            <a:off x="9040648" y="4995895"/>
            <a:ext cx="146370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43D43C1-2084-427F-B8AF-1C158352889B}"/>
              </a:ext>
            </a:extLst>
          </p:cNvPr>
          <p:cNvCxnSpPr>
            <a:cxnSpLocks/>
          </p:cNvCxnSpPr>
          <p:nvPr/>
        </p:nvCxnSpPr>
        <p:spPr>
          <a:xfrm flipV="1">
            <a:off x="9171255" y="1744198"/>
            <a:ext cx="0" cy="3260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7B7EFE5-E3A0-4E7F-888F-77B9729B1BB5}"/>
              </a:ext>
            </a:extLst>
          </p:cNvPr>
          <p:cNvCxnSpPr>
            <a:cxnSpLocks/>
          </p:cNvCxnSpPr>
          <p:nvPr/>
        </p:nvCxnSpPr>
        <p:spPr>
          <a:xfrm flipH="1">
            <a:off x="9021879" y="1744199"/>
            <a:ext cx="14277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DC1AF1F-4F39-4572-8CC7-B4B2AD81AF58}"/>
              </a:ext>
            </a:extLst>
          </p:cNvPr>
          <p:cNvSpPr txBox="1"/>
          <p:nvPr/>
        </p:nvSpPr>
        <p:spPr>
          <a:xfrm rot="16200000">
            <a:off x="8819544" y="3175429"/>
            <a:ext cx="55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i="1" dirty="0" err="1"/>
              <a:t>iterate</a:t>
            </a:r>
            <a:endParaRPr lang="de-DE" sz="1050" i="1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18782B6A-2EDA-48F4-BEFA-3A6043C78C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8324" y="4567138"/>
            <a:ext cx="1428236" cy="612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51F1DC9-A1C3-40EF-8A93-4DAC1910A810}"/>
                  </a:ext>
                </a:extLst>
              </p:cNvPr>
              <p:cNvSpPr txBox="1"/>
              <p:nvPr/>
            </p:nvSpPr>
            <p:spPr>
              <a:xfrm>
                <a:off x="4616804" y="733054"/>
                <a:ext cx="13589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51F1DC9-A1C3-40EF-8A93-4DAC1910A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04" y="733054"/>
                <a:ext cx="135896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45E8953-54A4-43C4-B7B5-F1F7C305CB50}"/>
                  </a:ext>
                </a:extLst>
              </p:cNvPr>
              <p:cNvSpPr txBox="1"/>
              <p:nvPr/>
            </p:nvSpPr>
            <p:spPr>
              <a:xfrm>
                <a:off x="4775840" y="1276461"/>
                <a:ext cx="1363771" cy="772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6∙4×1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45E8953-54A4-43C4-B7B5-F1F7C305C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840" y="1276461"/>
                <a:ext cx="1363771" cy="77232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E8C211C-91FC-43C7-8EE4-60A0802C61D6}"/>
                  </a:ext>
                </a:extLst>
              </p:cNvPr>
              <p:cNvSpPr/>
              <p:nvPr/>
            </p:nvSpPr>
            <p:spPr>
              <a:xfrm>
                <a:off x="91667" y="6231180"/>
                <a:ext cx="2639569" cy="600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sz="1100" dirty="0"/>
                  <a:t>: Number of  elements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Number</a:t>
                </a:r>
                <a:r>
                  <a:rPr lang="de-DE" sz="1100" dirty="0"/>
                  <a:t> </a:t>
                </a:r>
                <a:r>
                  <a:rPr lang="de-DE" sz="1100" dirty="0" err="1"/>
                  <a:t>of</a:t>
                </a:r>
                <a:r>
                  <a:rPr lang="de-DE" sz="1100" dirty="0"/>
                  <a:t> Nodes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100" dirty="0"/>
                  <a:t>per </a:t>
                </a:r>
                <a:r>
                  <a:rPr lang="de-DE" sz="1100" dirty="0" err="1"/>
                  <a:t>element</a:t>
                </a:r>
                <a:r>
                  <a:rPr lang="de-DE" sz="1100" dirty="0"/>
                  <a:t> = 4)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strain</a:t>
                </a:r>
                <a:r>
                  <a:rPr lang="de-DE" sz="1100" dirty="0"/>
                  <a:t> </a:t>
                </a:r>
                <a:r>
                  <a:rPr lang="de-DE" sz="1100" dirty="0" err="1"/>
                  <a:t>matrix</a:t>
                </a:r>
                <a:endParaRPr lang="de-DE" sz="1100" dirty="0"/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E8C211C-91FC-43C7-8EE4-60A0802C6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7" y="6231180"/>
                <a:ext cx="2639569" cy="600164"/>
              </a:xfrm>
              <a:prstGeom prst="rect">
                <a:avLst/>
              </a:prstGeom>
              <a:blipFill>
                <a:blip r:embed="rId2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D98848C-8FF4-4007-9E26-1C690EF408D0}"/>
                  </a:ext>
                </a:extLst>
              </p:cNvPr>
              <p:cNvSpPr/>
              <p:nvPr/>
            </p:nvSpPr>
            <p:spPr>
              <a:xfrm>
                <a:off x="4763144" y="2147592"/>
                <a:ext cx="95789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D98848C-8FF4-4007-9E26-1C690EF40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144" y="2147592"/>
                <a:ext cx="957891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919C222-1844-496C-84D5-98B1943A428A}"/>
                  </a:ext>
                </a:extLst>
              </p:cNvPr>
              <p:cNvSpPr txBox="1"/>
              <p:nvPr/>
            </p:nvSpPr>
            <p:spPr>
              <a:xfrm>
                <a:off x="10873539" y="733054"/>
                <a:ext cx="13589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919C222-1844-496C-84D5-98B1943A4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539" y="733054"/>
                <a:ext cx="135896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0F371CA-2A59-4FBE-A602-D523F005CACF}"/>
                  </a:ext>
                </a:extLst>
              </p:cNvPr>
              <p:cNvSpPr txBox="1"/>
              <p:nvPr/>
            </p:nvSpPr>
            <p:spPr>
              <a:xfrm>
                <a:off x="10920227" y="1276461"/>
                <a:ext cx="1324658" cy="76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6∙4×1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0F371CA-2A59-4FBE-A602-D523F005C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227" y="1276461"/>
                <a:ext cx="1324658" cy="76982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E8ADC1A-7582-4368-BDED-BE19FBEAA7D4}"/>
                  </a:ext>
                </a:extLst>
              </p:cNvPr>
              <p:cNvSpPr/>
              <p:nvPr/>
            </p:nvSpPr>
            <p:spPr>
              <a:xfrm>
                <a:off x="10889074" y="2230121"/>
                <a:ext cx="1339597" cy="329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E8ADC1A-7582-4368-BDED-BE19FBEAA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074" y="2230121"/>
                <a:ext cx="1339597" cy="32951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C84A6ED-D852-4504-B39F-37522FAB63E1}"/>
                  </a:ext>
                </a:extLst>
              </p:cNvPr>
              <p:cNvSpPr/>
              <p:nvPr/>
            </p:nvSpPr>
            <p:spPr>
              <a:xfrm>
                <a:off x="4626869" y="3520271"/>
                <a:ext cx="1339597" cy="329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C84A6ED-D852-4504-B39F-37522FAB6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69" y="3520271"/>
                <a:ext cx="1339597" cy="32951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76172EE-37BB-48A8-B2DD-595D4F835DD1}"/>
                  </a:ext>
                </a:extLst>
              </p:cNvPr>
              <p:cNvSpPr/>
              <p:nvPr/>
            </p:nvSpPr>
            <p:spPr>
              <a:xfrm>
                <a:off x="4807143" y="2819296"/>
                <a:ext cx="97283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76172EE-37BB-48A8-B2DD-595D4F835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143" y="2819296"/>
                <a:ext cx="972830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90264B13-AF59-46EF-851C-40C7964F050C}"/>
                  </a:ext>
                </a:extLst>
              </p:cNvPr>
              <p:cNvSpPr/>
              <p:nvPr/>
            </p:nvSpPr>
            <p:spPr>
              <a:xfrm>
                <a:off x="10949123" y="3968423"/>
                <a:ext cx="1271695" cy="532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90264B13-AF59-46EF-851C-40C7964F0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9123" y="3968423"/>
                <a:ext cx="1271695" cy="53264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29BA30C-0EF2-4E8D-916D-F6AF4C82170E}"/>
                  </a:ext>
                </a:extLst>
              </p:cNvPr>
              <p:cNvSpPr txBox="1"/>
              <p:nvPr/>
            </p:nvSpPr>
            <p:spPr>
              <a:xfrm>
                <a:off x="4616804" y="4777689"/>
                <a:ext cx="1313436" cy="532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29BA30C-0EF2-4E8D-916D-F6AF4C821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804" y="4777689"/>
                <a:ext cx="1313436" cy="53264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20CFDE8-2E39-41CA-BBE8-D0B9F9ED907B}"/>
                  </a:ext>
                </a:extLst>
              </p:cNvPr>
              <p:cNvSpPr txBox="1"/>
              <p:nvPr/>
            </p:nvSpPr>
            <p:spPr>
              <a:xfrm>
                <a:off x="10891152" y="4594330"/>
                <a:ext cx="1313436" cy="532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GB" sz="1400" b="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20CFDE8-2E39-41CA-BBE8-D0B9F9ED9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152" y="4594330"/>
                <a:ext cx="1313436" cy="53264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7B663C7-4804-4B02-8295-BEFC1DDC88FF}"/>
              </a:ext>
            </a:extLst>
          </p:cNvPr>
          <p:cNvCxnSpPr>
            <a:cxnSpLocks/>
          </p:cNvCxnSpPr>
          <p:nvPr/>
        </p:nvCxnSpPr>
        <p:spPr>
          <a:xfrm>
            <a:off x="10914997" y="733054"/>
            <a:ext cx="0" cy="4868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698513A-6E4A-480A-BB66-3CC87ECBA623}"/>
              </a:ext>
            </a:extLst>
          </p:cNvPr>
          <p:cNvCxnSpPr>
            <a:cxnSpLocks/>
          </p:cNvCxnSpPr>
          <p:nvPr/>
        </p:nvCxnSpPr>
        <p:spPr>
          <a:xfrm>
            <a:off x="9252099" y="733054"/>
            <a:ext cx="0" cy="4528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CB4D0DA6-13A1-465C-A046-1BBE84CC82B9}"/>
              </a:ext>
            </a:extLst>
          </p:cNvPr>
          <p:cNvSpPr/>
          <p:nvPr/>
        </p:nvSpPr>
        <p:spPr>
          <a:xfrm>
            <a:off x="9997655" y="1718576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A65A4FD-FB32-4177-B423-480DDA848210}"/>
                  </a:ext>
                </a:extLst>
              </p:cNvPr>
              <p:cNvSpPr/>
              <p:nvPr/>
            </p:nvSpPr>
            <p:spPr>
              <a:xfrm>
                <a:off x="4702506" y="4167468"/>
                <a:ext cx="1265283" cy="532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A65A4FD-FB32-4177-B423-480DDA848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506" y="4167468"/>
                <a:ext cx="1265283" cy="53264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9" name="Picture 98">
            <a:extLst>
              <a:ext uri="{FF2B5EF4-FFF2-40B4-BE49-F238E27FC236}">
                <a16:creationId xmlns:a16="http://schemas.microsoft.com/office/drawing/2014/main" id="{82B0150C-6400-40DF-909F-4624A5BE302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68876" y="1462010"/>
            <a:ext cx="602725" cy="51313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E86BF0FE-2ACD-4AD8-BF21-2E26EB63647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47087" y="3977849"/>
            <a:ext cx="602725" cy="51313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7544019F-5177-4541-B528-B7F4F834E0C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90699" y="1488268"/>
            <a:ext cx="562609" cy="48687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6AC89350-5E20-434E-9CC6-6EF67839896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4716" y="2149005"/>
            <a:ext cx="562609" cy="4868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027A32-E474-49E8-A115-3C69B8981263}"/>
              </a:ext>
            </a:extLst>
          </p:cNvPr>
          <p:cNvSpPr txBox="1"/>
          <p:nvPr/>
        </p:nvSpPr>
        <p:spPr>
          <a:xfrm>
            <a:off x="4694457" y="372060"/>
            <a:ext cx="1312034" cy="280928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 err="1">
                <a:latin typeface="Consolas" panose="020B0609020204030204" pitchFamily="49" charset="0"/>
              </a:rPr>
              <a:t>gauss</a:t>
            </a:r>
            <a:r>
              <a:rPr lang="de-DE" sz="1050" dirty="0">
                <a:latin typeface="Consolas" panose="020B0609020204030204" pitchFamily="49" charset="0"/>
              </a:rPr>
              <a:t> </a:t>
            </a:r>
            <a:r>
              <a:rPr lang="de-DE" sz="1050" dirty="0" err="1">
                <a:latin typeface="Consolas" panose="020B0609020204030204" pitchFamily="49" charset="0"/>
              </a:rPr>
              <a:t>order</a:t>
            </a:r>
            <a:r>
              <a:rPr lang="de-DE" sz="1050" dirty="0">
                <a:latin typeface="Consolas" panose="020B0609020204030204" pitchFamily="49" charset="0"/>
              </a:rPr>
              <a:t> = 2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04D0878D-A8B2-42D0-8804-5C309D9D605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5391" y="3946149"/>
            <a:ext cx="600818" cy="513131"/>
          </a:xfrm>
          <a:prstGeom prst="rect">
            <a:avLst/>
          </a:prstGeom>
        </p:spPr>
      </p:pic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E23877A3-C991-4555-9684-10D6BD74FDA0}"/>
              </a:ext>
            </a:extLst>
          </p:cNvPr>
          <p:cNvSpPr/>
          <p:nvPr/>
        </p:nvSpPr>
        <p:spPr>
          <a:xfrm>
            <a:off x="9997655" y="4195436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3B8866F-04D1-4D5C-8D26-E94E1F21952C}"/>
              </a:ext>
            </a:extLst>
          </p:cNvPr>
          <p:cNvSpPr txBox="1"/>
          <p:nvPr/>
        </p:nvSpPr>
        <p:spPr>
          <a:xfrm>
            <a:off x="10827872" y="399200"/>
            <a:ext cx="1312034" cy="280928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050">
                <a:latin typeface="Consolas" panose="020B0609020204030204" pitchFamily="49" charset="0"/>
              </a:defRPr>
            </a:lvl1pPr>
          </a:lstStyle>
          <a:p>
            <a:r>
              <a:rPr lang="de-DE" dirty="0" err="1"/>
              <a:t>gauss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 =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5B7A93-D9DE-4F43-90B5-05B084F32C17}"/>
              </a:ext>
            </a:extLst>
          </p:cNvPr>
          <p:cNvSpPr txBox="1"/>
          <p:nvPr/>
        </p:nvSpPr>
        <p:spPr>
          <a:xfrm>
            <a:off x="10075723" y="6181876"/>
            <a:ext cx="208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900" dirty="0"/>
              <a:t>* Aber: Resultate sind wie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</a:rPr>
              <a:t>gauss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</a:rPr>
              <a:t>order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</a:rPr>
              <a:t> = 2</a:t>
            </a:r>
            <a:r>
              <a:rPr lang="de-DE" sz="900" dirty="0"/>
              <a:t>, da sie ja aus dem NN kommen, das mit </a:t>
            </a:r>
            <a:r>
              <a:rPr lang="de-DE" sz="900" dirty="0" err="1">
                <a:latin typeface="Consolas" panose="020B0609020204030204" pitchFamily="49" charset="0"/>
              </a:rPr>
              <a:t>gauss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</a:rPr>
              <a:t>order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</a:rPr>
              <a:t> = 2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/>
              <a:t>trainiert wurde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F0AD6F-2473-4E8B-A287-DE58AC722D55}"/>
              </a:ext>
            </a:extLst>
          </p:cNvPr>
          <p:cNvSpPr/>
          <p:nvPr/>
        </p:nvSpPr>
        <p:spPr>
          <a:xfrm>
            <a:off x="11931074" y="33725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*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CC80D9-38A4-4FD9-BC58-CCA598C4B748}"/>
              </a:ext>
            </a:extLst>
          </p:cNvPr>
          <p:cNvSpPr/>
          <p:nvPr/>
        </p:nvSpPr>
        <p:spPr>
          <a:xfrm>
            <a:off x="4807143" y="1529193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6D6CB73-07F9-4DEB-9D71-A44B14BBBF3F}"/>
              </a:ext>
            </a:extLst>
          </p:cNvPr>
          <p:cNvSpPr/>
          <p:nvPr/>
        </p:nvSpPr>
        <p:spPr>
          <a:xfrm>
            <a:off x="11042891" y="1529193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350804E-F2E9-4062-97F9-E09F7F86A565}"/>
              </a:ext>
            </a:extLst>
          </p:cNvPr>
          <p:cNvSpPr/>
          <p:nvPr/>
        </p:nvSpPr>
        <p:spPr>
          <a:xfrm>
            <a:off x="4807143" y="4426074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E54FE3B-777C-46D9-89F1-1ACE89D30D4B}"/>
              </a:ext>
            </a:extLst>
          </p:cNvPr>
          <p:cNvSpPr/>
          <p:nvPr/>
        </p:nvSpPr>
        <p:spPr>
          <a:xfrm>
            <a:off x="11042891" y="4218040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5B2BA4-79CE-4388-AF9D-8F42069FAA6E}"/>
              </a:ext>
            </a:extLst>
          </p:cNvPr>
          <p:cNvSpPr txBox="1"/>
          <p:nvPr/>
        </p:nvSpPr>
        <p:spPr>
          <a:xfrm>
            <a:off x="3385647" y="5470336"/>
            <a:ext cx="712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All </a:t>
            </a:r>
            <a:r>
              <a:rPr lang="de-DE" sz="1100" dirty="0" err="1"/>
              <a:t>above</a:t>
            </a:r>
            <a:endParaRPr lang="de-DE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D6390E-2683-419A-B8E9-F403BADE9287}"/>
                  </a:ext>
                </a:extLst>
              </p:cNvPr>
              <p:cNvSpPr/>
              <p:nvPr/>
            </p:nvSpPr>
            <p:spPr>
              <a:xfrm>
                <a:off x="4807143" y="5422937"/>
                <a:ext cx="1113895" cy="317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D6390E-2683-419A-B8E9-F403BADE9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143" y="5422937"/>
                <a:ext cx="1113895" cy="31720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3293C2D0-30EF-44AC-B917-D9BAD365AEA4}"/>
              </a:ext>
            </a:extLst>
          </p:cNvPr>
          <p:cNvSpPr/>
          <p:nvPr/>
        </p:nvSpPr>
        <p:spPr>
          <a:xfrm>
            <a:off x="4807143" y="5461922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0501383-56E4-41D4-BECE-793B3D04BB7B}"/>
              </a:ext>
            </a:extLst>
          </p:cNvPr>
          <p:cNvSpPr/>
          <p:nvPr/>
        </p:nvSpPr>
        <p:spPr>
          <a:xfrm>
            <a:off x="11042891" y="4851489"/>
            <a:ext cx="1016502" cy="2392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AFC28-BAE7-452E-9945-6CF216818436}"/>
              </a:ext>
            </a:extLst>
          </p:cNvPr>
          <p:cNvSpPr txBox="1"/>
          <p:nvPr/>
        </p:nvSpPr>
        <p:spPr>
          <a:xfrm>
            <a:off x="1180012" y="5844104"/>
            <a:ext cx="145424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de-DE" sz="700" i="1" dirty="0" err="1"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 502…507 in main.py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D925AC80-855B-47A6-8DAC-774F0C52619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38324" y="2142810"/>
            <a:ext cx="602725" cy="51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1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06560-1BEF-40DE-B63D-4D1DE9B60495}"/>
              </a:ext>
            </a:extLst>
          </p:cNvPr>
          <p:cNvSpPr txBox="1"/>
          <p:nvPr/>
        </p:nvSpPr>
        <p:spPr>
          <a:xfrm>
            <a:off x="226694" y="434503"/>
            <a:ext cx="1733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Standard NLFEA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E27FD-B82E-408E-B62C-C3FCDCF6DF8C}"/>
              </a:ext>
            </a:extLst>
          </p:cNvPr>
          <p:cNvSpPr txBox="1"/>
          <p:nvPr/>
        </p:nvSpPr>
        <p:spPr>
          <a:xfrm>
            <a:off x="6330253" y="434503"/>
            <a:ext cx="1822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NN-hybrid NLFEA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C919B0-758B-4728-8E4F-A9D7485FAFCB}"/>
                  </a:ext>
                </a:extLst>
              </p:cNvPr>
              <p:cNvSpPr/>
              <p:nvPr/>
            </p:nvSpPr>
            <p:spPr>
              <a:xfrm>
                <a:off x="226694" y="1007829"/>
                <a:ext cx="16228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de-DE" sz="1400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C919B0-758B-4728-8E4F-A9D7485FA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4" y="1007829"/>
                <a:ext cx="1622880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69E6C2-FCD4-4273-9084-56F0C2260516}"/>
                  </a:ext>
                </a:extLst>
              </p:cNvPr>
              <p:cNvSpPr/>
              <p:nvPr/>
            </p:nvSpPr>
            <p:spPr>
              <a:xfrm>
                <a:off x="6396928" y="1007829"/>
                <a:ext cx="1681614" cy="325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69E6C2-FCD4-4273-9084-56F0C2260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28" y="1007829"/>
                <a:ext cx="1681614" cy="325282"/>
              </a:xfrm>
              <a:prstGeom prst="rect">
                <a:avLst/>
              </a:prstGeom>
              <a:blipFill>
                <a:blip r:embed="rId3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372B2-1AEA-4CAC-8D65-BEF71BEFEA13}"/>
                  </a:ext>
                </a:extLst>
              </p:cNvPr>
              <p:cNvSpPr txBox="1"/>
              <p:nvPr/>
            </p:nvSpPr>
            <p:spPr>
              <a:xfrm>
                <a:off x="226694" y="1868263"/>
                <a:ext cx="1773954" cy="2977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1400" b="0" dirty="0"/>
                  <a:t> </a:t>
                </a:r>
              </a:p>
              <a:p>
                <a:endParaRPr lang="en-GB" sz="1400" b="0" dirty="0"/>
              </a:p>
              <a:p>
                <a:endParaRPr lang="en-GB" sz="1400" b="0" dirty="0"/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sz="1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1400" dirty="0"/>
                  <a:t> </a:t>
                </a:r>
              </a:p>
              <a:p>
                <a:endParaRPr lang="en-GB" sz="1400" b="0" dirty="0"/>
              </a:p>
              <a:p>
                <a:endParaRPr lang="en-GB" sz="1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b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𝐷𝐵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nary>
                  </m:oMath>
                </a14:m>
                <a:r>
                  <a:rPr lang="en-GB" sz="1400" b="0" dirty="0"/>
                  <a:t> </a:t>
                </a:r>
              </a:p>
              <a:p>
                <a:r>
                  <a:rPr lang="en-GB" sz="1400" b="0" dirty="0"/>
                  <a:t> </a:t>
                </a:r>
              </a:p>
              <a:p>
                <a:r>
                  <a:rPr lang="en-GB" sz="1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de-DE" sz="1400" dirty="0"/>
                  <a:t> </a:t>
                </a:r>
              </a:p>
              <a:p>
                <a:endParaRPr lang="de-DE" sz="1400" dirty="0"/>
              </a:p>
              <a:p>
                <a:endParaRPr lang="de-DE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1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372B2-1AEA-4CAC-8D65-BEF71BEFE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4" y="1868263"/>
                <a:ext cx="1773954" cy="2977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59A547-9233-481A-A520-CF2878D3CC9D}"/>
                  </a:ext>
                </a:extLst>
              </p:cNvPr>
              <p:cNvSpPr txBox="1"/>
              <p:nvPr/>
            </p:nvSpPr>
            <p:spPr>
              <a:xfrm>
                <a:off x="6388823" y="1862032"/>
                <a:ext cx="1764366" cy="268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1400" b="0" dirty="0"/>
                  <a:t> </a:t>
                </a:r>
                <a:endParaRPr lang="en-GB" sz="1400" dirty="0"/>
              </a:p>
              <a:p>
                <a:endParaRPr lang="en-GB" sz="1400" b="0" dirty="0"/>
              </a:p>
              <a:p>
                <a:endParaRPr lang="en-GB" sz="1400" b="0" dirty="0"/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sz="1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1400" dirty="0"/>
                  <a:t> </a:t>
                </a:r>
              </a:p>
              <a:p>
                <a:endParaRPr lang="en-GB" sz="1400" b="0" dirty="0"/>
              </a:p>
              <a:p>
                <a:endParaRPr lang="en-GB" sz="1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b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𝐷𝐵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nary>
                  </m:oMath>
                </a14:m>
                <a:r>
                  <a:rPr lang="en-GB" sz="1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𝐷𝐵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 (?)</m:t>
                    </m:r>
                  </m:oMath>
                </a14:m>
                <a:endParaRPr lang="en-GB" sz="1400" b="0" dirty="0"/>
              </a:p>
              <a:p>
                <a:r>
                  <a:rPr lang="en-GB" sz="1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𝒩𝒩</m:t>
                        </m:r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1400" dirty="0"/>
                  <a:t>	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59A547-9233-481A-A520-CF2878D3C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823" y="1862032"/>
                <a:ext cx="1764366" cy="2682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0F040C-EA89-41B1-8669-836B4243BA35}"/>
              </a:ext>
            </a:extLst>
          </p:cNvPr>
          <p:cNvSpPr/>
          <p:nvPr/>
        </p:nvSpPr>
        <p:spPr>
          <a:xfrm>
            <a:off x="226694" y="896753"/>
            <a:ext cx="2038350" cy="51313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B55180-21AD-40C7-B552-5EF6D4F48388}"/>
              </a:ext>
            </a:extLst>
          </p:cNvPr>
          <p:cNvSpPr/>
          <p:nvPr/>
        </p:nvSpPr>
        <p:spPr>
          <a:xfrm>
            <a:off x="6414874" y="896753"/>
            <a:ext cx="2173477" cy="51313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9956AA-289A-4C07-815A-1260F5AB821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12"/>
          <a:stretch/>
        </p:blipFill>
        <p:spPr>
          <a:xfrm>
            <a:off x="1459704" y="3727027"/>
            <a:ext cx="963089" cy="5816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AB6B88-E159-4A19-9D8A-DCA6FDBB6620}"/>
              </a:ext>
            </a:extLst>
          </p:cNvPr>
          <p:cNvSpPr/>
          <p:nvPr/>
        </p:nvSpPr>
        <p:spPr>
          <a:xfrm>
            <a:off x="6712874" y="4430487"/>
            <a:ext cx="1130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100" dirty="0" err="1"/>
              <a:t>Differentiable</a:t>
            </a:r>
            <a:r>
              <a:rPr lang="de-DE" sz="1100" dirty="0"/>
              <a:t> </a:t>
            </a:r>
          </a:p>
          <a:p>
            <a:pPr algn="ctr"/>
            <a:r>
              <a:rPr lang="de-DE" sz="1100" dirty="0" err="1"/>
              <a:t>surrogate</a:t>
            </a:r>
            <a:r>
              <a:rPr lang="de-DE" sz="1100" dirty="0"/>
              <a:t> </a:t>
            </a:r>
            <a:r>
              <a:rPr lang="de-DE" sz="1100" dirty="0" err="1"/>
              <a:t>model</a:t>
            </a:r>
            <a:endParaRPr lang="de-DE" sz="1100" dirty="0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F2052C5C-390C-4CD6-867A-B18DF043155C}"/>
              </a:ext>
            </a:extLst>
          </p:cNvPr>
          <p:cNvSpPr/>
          <p:nvPr/>
        </p:nvSpPr>
        <p:spPr>
          <a:xfrm>
            <a:off x="6619554" y="4320715"/>
            <a:ext cx="1426340" cy="698529"/>
          </a:xfrm>
          <a:custGeom>
            <a:avLst/>
            <a:gdLst>
              <a:gd name="connsiteX0" fmla="*/ 3900 w 43200"/>
              <a:gd name="connsiteY0" fmla="*/ 14370 h 43200"/>
              <a:gd name="connsiteX1" fmla="*/ 5623 w 43200"/>
              <a:gd name="connsiteY1" fmla="*/ 6907 h 43200"/>
              <a:gd name="connsiteX2" fmla="*/ 14005 w 43200"/>
              <a:gd name="connsiteY2" fmla="*/ 5202 h 43200"/>
              <a:gd name="connsiteX3" fmla="*/ 22456 w 43200"/>
              <a:gd name="connsiteY3" fmla="*/ 3432 h 43200"/>
              <a:gd name="connsiteX4" fmla="*/ 25749 w 43200"/>
              <a:gd name="connsiteY4" fmla="*/ 200 h 43200"/>
              <a:gd name="connsiteX5" fmla="*/ 29833 w 43200"/>
              <a:gd name="connsiteY5" fmla="*/ 2481 h 43200"/>
              <a:gd name="connsiteX6" fmla="*/ 35463 w 43200"/>
              <a:gd name="connsiteY6" fmla="*/ 690 h 43200"/>
              <a:gd name="connsiteX7" fmla="*/ 38318 w 43200"/>
              <a:gd name="connsiteY7" fmla="*/ 5576 h 43200"/>
              <a:gd name="connsiteX8" fmla="*/ 41982 w 43200"/>
              <a:gd name="connsiteY8" fmla="*/ 10318 h 43200"/>
              <a:gd name="connsiteX9" fmla="*/ 41818 w 43200"/>
              <a:gd name="connsiteY9" fmla="*/ 15460 h 43200"/>
              <a:gd name="connsiteX10" fmla="*/ 43016 w 43200"/>
              <a:gd name="connsiteY10" fmla="*/ 23322 h 43200"/>
              <a:gd name="connsiteX11" fmla="*/ 37404 w 43200"/>
              <a:gd name="connsiteY11" fmla="*/ 30204 h 43200"/>
              <a:gd name="connsiteX12" fmla="*/ 35395 w 43200"/>
              <a:gd name="connsiteY12" fmla="*/ 36101 h 43200"/>
              <a:gd name="connsiteX13" fmla="*/ 28555 w 43200"/>
              <a:gd name="connsiteY13" fmla="*/ 36815 h 43200"/>
              <a:gd name="connsiteX14" fmla="*/ 23667 w 43200"/>
              <a:gd name="connsiteY14" fmla="*/ 43106 h 43200"/>
              <a:gd name="connsiteX15" fmla="*/ 16480 w 43200"/>
              <a:gd name="connsiteY15" fmla="*/ 39266 h 43200"/>
              <a:gd name="connsiteX16" fmla="*/ 5804 w 43200"/>
              <a:gd name="connsiteY16" fmla="*/ 35472 h 43200"/>
              <a:gd name="connsiteX17" fmla="*/ 1110 w 43200"/>
              <a:gd name="connsiteY17" fmla="*/ 31250 h 43200"/>
              <a:gd name="connsiteX18" fmla="*/ 2113 w 43200"/>
              <a:gd name="connsiteY18" fmla="*/ 25551 h 43200"/>
              <a:gd name="connsiteX19" fmla="*/ -5 w 43200"/>
              <a:gd name="connsiteY19" fmla="*/ 19704 h 43200"/>
              <a:gd name="connsiteX20" fmla="*/ 3863 w 43200"/>
              <a:gd name="connsiteY20" fmla="*/ 14507 h 43200"/>
              <a:gd name="connsiteX21" fmla="*/ 3900 w 43200"/>
              <a:gd name="connsiteY21" fmla="*/ 14370 h 43200"/>
              <a:gd name="connsiteX0" fmla="*/ 4693 w 43200"/>
              <a:gd name="connsiteY0" fmla="*/ 26177 h 43200"/>
              <a:gd name="connsiteX1" fmla="*/ 2160 w 43200"/>
              <a:gd name="connsiteY1" fmla="*/ 25380 h 43200"/>
              <a:gd name="connsiteX2" fmla="*/ 6928 w 43200"/>
              <a:gd name="connsiteY2" fmla="*/ 34899 h 43200"/>
              <a:gd name="connsiteX3" fmla="*/ 5820 w 43200"/>
              <a:gd name="connsiteY3" fmla="*/ 35280 h 43200"/>
              <a:gd name="connsiteX4" fmla="*/ 16478 w 43200"/>
              <a:gd name="connsiteY4" fmla="*/ 39090 h 43200"/>
              <a:gd name="connsiteX5" fmla="*/ 15810 w 43200"/>
              <a:gd name="connsiteY5" fmla="*/ 37350 h 43200"/>
              <a:gd name="connsiteX6" fmla="*/ 28827 w 43200"/>
              <a:gd name="connsiteY6" fmla="*/ 34751 h 43200"/>
              <a:gd name="connsiteX7" fmla="*/ 28560 w 43200"/>
              <a:gd name="connsiteY7" fmla="*/ 36660 h 43200"/>
              <a:gd name="connsiteX8" fmla="*/ 34129 w 43200"/>
              <a:gd name="connsiteY8" fmla="*/ 22954 h 43200"/>
              <a:gd name="connsiteX9" fmla="*/ 37380 w 43200"/>
              <a:gd name="connsiteY9" fmla="*/ 30090 h 43200"/>
              <a:gd name="connsiteX10" fmla="*/ 41798 w 43200"/>
              <a:gd name="connsiteY10" fmla="*/ 15354 h 43200"/>
              <a:gd name="connsiteX11" fmla="*/ 40350 w 43200"/>
              <a:gd name="connsiteY11" fmla="*/ 18030 h 43200"/>
              <a:gd name="connsiteX12" fmla="*/ 38324 w 43200"/>
              <a:gd name="connsiteY12" fmla="*/ 5426 h 43200"/>
              <a:gd name="connsiteX13" fmla="*/ 38400 w 43200"/>
              <a:gd name="connsiteY13" fmla="*/ 6690 h 43200"/>
              <a:gd name="connsiteX14" fmla="*/ 29078 w 43200"/>
              <a:gd name="connsiteY14" fmla="*/ 3952 h 43200"/>
              <a:gd name="connsiteX15" fmla="*/ 29820 w 43200"/>
              <a:gd name="connsiteY15" fmla="*/ 2340 h 43200"/>
              <a:gd name="connsiteX16" fmla="*/ 22141 w 43200"/>
              <a:gd name="connsiteY16" fmla="*/ 4720 h 43200"/>
              <a:gd name="connsiteX17" fmla="*/ 22500 w 43200"/>
              <a:gd name="connsiteY17" fmla="*/ 3330 h 43200"/>
              <a:gd name="connsiteX18" fmla="*/ 14000 w 43200"/>
              <a:gd name="connsiteY18" fmla="*/ 5192 h 43200"/>
              <a:gd name="connsiteX19" fmla="*/ 15300 w 43200"/>
              <a:gd name="connsiteY19" fmla="*/ 6540 h 43200"/>
              <a:gd name="connsiteX20" fmla="*/ 4127 w 43200"/>
              <a:gd name="connsiteY20" fmla="*/ 15789 h 43200"/>
              <a:gd name="connsiteX21" fmla="*/ 3900 w 43200"/>
              <a:gd name="connsiteY21" fmla="*/ 14370 h 43200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6248 w 43256"/>
              <a:gd name="connsiteY8" fmla="*/ 25008 h 43219"/>
              <a:gd name="connsiteX9" fmla="*/ 37416 w 43256"/>
              <a:gd name="connsiteY9" fmla="*/ 29949 h 43219"/>
              <a:gd name="connsiteX10" fmla="*/ 41834 w 43256"/>
              <a:gd name="connsiteY10" fmla="*/ 15213 h 43219"/>
              <a:gd name="connsiteX11" fmla="*/ 40386 w 43256"/>
              <a:gd name="connsiteY11" fmla="*/ 17889 h 43219"/>
              <a:gd name="connsiteX12" fmla="*/ 38360 w 43256"/>
              <a:gd name="connsiteY12" fmla="*/ 5285 h 43219"/>
              <a:gd name="connsiteX13" fmla="*/ 38436 w 43256"/>
              <a:gd name="connsiteY13" fmla="*/ 6549 h 43219"/>
              <a:gd name="connsiteX14" fmla="*/ 29114 w 43256"/>
              <a:gd name="connsiteY14" fmla="*/ 3811 h 43219"/>
              <a:gd name="connsiteX15" fmla="*/ 29856 w 43256"/>
              <a:gd name="connsiteY15" fmla="*/ 2199 h 43219"/>
              <a:gd name="connsiteX16" fmla="*/ 22177 w 43256"/>
              <a:gd name="connsiteY16" fmla="*/ 4579 h 43219"/>
              <a:gd name="connsiteX17" fmla="*/ 22536 w 43256"/>
              <a:gd name="connsiteY17" fmla="*/ 3189 h 43219"/>
              <a:gd name="connsiteX18" fmla="*/ 14036 w 43256"/>
              <a:gd name="connsiteY18" fmla="*/ 5051 h 43219"/>
              <a:gd name="connsiteX19" fmla="*/ 15336 w 43256"/>
              <a:gd name="connsiteY19" fmla="*/ 6399 h 43219"/>
              <a:gd name="connsiteX20" fmla="*/ 4163 w 43256"/>
              <a:gd name="connsiteY20" fmla="*/ 15648 h 43219"/>
              <a:gd name="connsiteX21" fmla="*/ 3936 w 43256"/>
              <a:gd name="connsiteY21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6248 w 43256"/>
              <a:gd name="connsiteY8" fmla="*/ 25008 h 43219"/>
              <a:gd name="connsiteX9" fmla="*/ 37416 w 43256"/>
              <a:gd name="connsiteY9" fmla="*/ 29949 h 43219"/>
              <a:gd name="connsiteX10" fmla="*/ 41834 w 43256"/>
              <a:gd name="connsiteY10" fmla="*/ 15213 h 43219"/>
              <a:gd name="connsiteX11" fmla="*/ 40386 w 43256"/>
              <a:gd name="connsiteY11" fmla="*/ 17889 h 43219"/>
              <a:gd name="connsiteX12" fmla="*/ 38360 w 43256"/>
              <a:gd name="connsiteY12" fmla="*/ 5285 h 43219"/>
              <a:gd name="connsiteX13" fmla="*/ 38436 w 43256"/>
              <a:gd name="connsiteY13" fmla="*/ 6549 h 43219"/>
              <a:gd name="connsiteX14" fmla="*/ 29114 w 43256"/>
              <a:gd name="connsiteY14" fmla="*/ 3811 h 43219"/>
              <a:gd name="connsiteX15" fmla="*/ 29856 w 43256"/>
              <a:gd name="connsiteY15" fmla="*/ 2199 h 43219"/>
              <a:gd name="connsiteX16" fmla="*/ 22177 w 43256"/>
              <a:gd name="connsiteY16" fmla="*/ 4579 h 43219"/>
              <a:gd name="connsiteX17" fmla="*/ 22536 w 43256"/>
              <a:gd name="connsiteY17" fmla="*/ 3189 h 43219"/>
              <a:gd name="connsiteX18" fmla="*/ 14036 w 43256"/>
              <a:gd name="connsiteY18" fmla="*/ 5051 h 43219"/>
              <a:gd name="connsiteX19" fmla="*/ 15336 w 43256"/>
              <a:gd name="connsiteY19" fmla="*/ 6399 h 43219"/>
              <a:gd name="connsiteX20" fmla="*/ 4163 w 43256"/>
              <a:gd name="connsiteY20" fmla="*/ 15648 h 43219"/>
              <a:gd name="connsiteX21" fmla="*/ 3936 w 43256"/>
              <a:gd name="connsiteY21" fmla="*/ 14229 h 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256" h="43219">
                <a:moveTo>
                  <a:pt x="3936" y="14229"/>
                </a:moveTo>
                <a:cubicBezTo>
                  <a:pt x="3665" y="11516"/>
                  <a:pt x="4297" y="8780"/>
                  <a:pt x="5659" y="6766"/>
                </a:cubicBezTo>
                <a:cubicBezTo>
                  <a:pt x="7811" y="3585"/>
                  <a:pt x="11300" y="2876"/>
                  <a:pt x="14041" y="5061"/>
                </a:cubicBezTo>
                <a:cubicBezTo>
                  <a:pt x="15714" y="768"/>
                  <a:pt x="19950" y="-119"/>
                  <a:pt x="22492" y="3291"/>
                </a:cubicBezTo>
                <a:cubicBezTo>
                  <a:pt x="23133" y="1542"/>
                  <a:pt x="24364" y="333"/>
                  <a:pt x="25785" y="59"/>
                </a:cubicBezTo>
                <a:cubicBezTo>
                  <a:pt x="27349" y="-243"/>
                  <a:pt x="28911" y="629"/>
                  <a:pt x="29869" y="2340"/>
                </a:cubicBezTo>
                <a:cubicBezTo>
                  <a:pt x="31251" y="126"/>
                  <a:pt x="33537" y="-601"/>
                  <a:pt x="35499" y="549"/>
                </a:cubicBezTo>
                <a:cubicBezTo>
                  <a:pt x="36994" y="1425"/>
                  <a:pt x="38066" y="3259"/>
                  <a:pt x="38354" y="5435"/>
                </a:cubicBezTo>
                <a:cubicBezTo>
                  <a:pt x="40082" y="6077"/>
                  <a:pt x="41458" y="7857"/>
                  <a:pt x="42018" y="10177"/>
                </a:cubicBezTo>
                <a:cubicBezTo>
                  <a:pt x="42425" y="11861"/>
                  <a:pt x="42367" y="13690"/>
                  <a:pt x="41854" y="15319"/>
                </a:cubicBezTo>
                <a:cubicBezTo>
                  <a:pt x="43115" y="17553"/>
                  <a:pt x="43556" y="20449"/>
                  <a:pt x="43052" y="23181"/>
                </a:cubicBezTo>
                <a:cubicBezTo>
                  <a:pt x="42382" y="26813"/>
                  <a:pt x="40164" y="29533"/>
                  <a:pt x="37440" y="30063"/>
                </a:cubicBezTo>
                <a:cubicBezTo>
                  <a:pt x="37427" y="32330"/>
                  <a:pt x="36694" y="34480"/>
                  <a:pt x="35431" y="35960"/>
                </a:cubicBezTo>
                <a:cubicBezTo>
                  <a:pt x="33512" y="38209"/>
                  <a:pt x="30740" y="38498"/>
                  <a:pt x="28591" y="36674"/>
                </a:cubicBezTo>
                <a:cubicBezTo>
                  <a:pt x="27896" y="39807"/>
                  <a:pt x="26035" y="42202"/>
                  <a:pt x="23703" y="42965"/>
                </a:cubicBezTo>
                <a:cubicBezTo>
                  <a:pt x="20955" y="43864"/>
                  <a:pt x="18087" y="42332"/>
                  <a:pt x="16516" y="39125"/>
                </a:cubicBezTo>
                <a:cubicBezTo>
                  <a:pt x="12808" y="42169"/>
                  <a:pt x="7992" y="40458"/>
                  <a:pt x="5840" y="35331"/>
                </a:cubicBezTo>
                <a:cubicBezTo>
                  <a:pt x="3726" y="35668"/>
                  <a:pt x="1741" y="33883"/>
                  <a:pt x="1146" y="31109"/>
                </a:cubicBezTo>
                <a:cubicBezTo>
                  <a:pt x="715" y="29102"/>
                  <a:pt x="1096" y="26936"/>
                  <a:pt x="2149" y="25410"/>
                </a:cubicBezTo>
                <a:cubicBezTo>
                  <a:pt x="655" y="24213"/>
                  <a:pt x="-177" y="21916"/>
                  <a:pt x="31" y="19563"/>
                </a:cubicBezTo>
                <a:cubicBezTo>
                  <a:pt x="275" y="16808"/>
                  <a:pt x="1881" y="14650"/>
                  <a:pt x="3899" y="14366"/>
                </a:cubicBezTo>
                <a:cubicBezTo>
                  <a:pt x="3911" y="14320"/>
                  <a:pt x="3924" y="14275"/>
                  <a:pt x="3936" y="14229"/>
                </a:cubicBezTo>
                <a:close/>
              </a:path>
              <a:path w="43256" h="43219" fill="none" extrusionOk="0">
                <a:moveTo>
                  <a:pt x="4729" y="26036"/>
                </a:moveTo>
                <a:cubicBezTo>
                  <a:pt x="3845" y="26130"/>
                  <a:pt x="2961" y="25852"/>
                  <a:pt x="2196" y="25239"/>
                </a:cubicBezTo>
                <a:moveTo>
                  <a:pt x="6964" y="34758"/>
                </a:moveTo>
                <a:cubicBezTo>
                  <a:pt x="6609" y="34951"/>
                  <a:pt x="6236" y="35079"/>
                  <a:pt x="5856" y="35139"/>
                </a:cubicBezTo>
                <a:moveTo>
                  <a:pt x="16514" y="38949"/>
                </a:moveTo>
                <a:cubicBezTo>
                  <a:pt x="16247" y="38403"/>
                  <a:pt x="16023" y="37820"/>
                  <a:pt x="15846" y="37209"/>
                </a:cubicBezTo>
                <a:moveTo>
                  <a:pt x="28863" y="34610"/>
                </a:moveTo>
                <a:cubicBezTo>
                  <a:pt x="28824" y="35257"/>
                  <a:pt x="28734" y="35897"/>
                  <a:pt x="28596" y="36519"/>
                </a:cubicBezTo>
                <a:moveTo>
                  <a:pt x="36248" y="25008"/>
                </a:moveTo>
                <a:cubicBezTo>
                  <a:pt x="37384" y="28165"/>
                  <a:pt x="37434" y="26917"/>
                  <a:pt x="37416" y="29949"/>
                </a:cubicBezTo>
                <a:moveTo>
                  <a:pt x="41834" y="15213"/>
                </a:moveTo>
                <a:cubicBezTo>
                  <a:pt x="41509" y="16245"/>
                  <a:pt x="41014" y="17161"/>
                  <a:pt x="40386" y="17889"/>
                </a:cubicBezTo>
                <a:moveTo>
                  <a:pt x="38360" y="5285"/>
                </a:moveTo>
                <a:cubicBezTo>
                  <a:pt x="38415" y="5702"/>
                  <a:pt x="38441" y="6125"/>
                  <a:pt x="38436" y="6549"/>
                </a:cubicBezTo>
                <a:moveTo>
                  <a:pt x="29114" y="3811"/>
                </a:moveTo>
                <a:cubicBezTo>
                  <a:pt x="29303" y="3228"/>
                  <a:pt x="29552" y="2685"/>
                  <a:pt x="29856" y="2199"/>
                </a:cubicBezTo>
                <a:moveTo>
                  <a:pt x="22177" y="4579"/>
                </a:moveTo>
                <a:cubicBezTo>
                  <a:pt x="22254" y="4097"/>
                  <a:pt x="22375" y="3630"/>
                  <a:pt x="22536" y="3189"/>
                </a:cubicBezTo>
                <a:moveTo>
                  <a:pt x="14036" y="5051"/>
                </a:moveTo>
                <a:cubicBezTo>
                  <a:pt x="14508" y="5427"/>
                  <a:pt x="14944" y="5880"/>
                  <a:pt x="15336" y="6399"/>
                </a:cubicBezTo>
                <a:moveTo>
                  <a:pt x="4163" y="15648"/>
                </a:moveTo>
                <a:cubicBezTo>
                  <a:pt x="4060" y="15184"/>
                  <a:pt x="3984" y="14710"/>
                  <a:pt x="3936" y="1422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889423-623A-4D3E-B2A8-AE6F04EA2B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2365" y="3058372"/>
            <a:ext cx="600818" cy="5131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25E01C-4DFC-431D-AEB1-A15B8C08B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4279" y="3757282"/>
            <a:ext cx="560828" cy="4868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EB2FC5-54B4-48A7-AF0D-E221F34416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518" y="1651284"/>
            <a:ext cx="1428236" cy="6125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DDDD75-A60D-4A23-B554-F6A0D47127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3641" y="2359988"/>
            <a:ext cx="1428236" cy="6125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F23892-EEB8-4BC1-A1A4-04FEECB97C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337" y="3729317"/>
            <a:ext cx="562609" cy="4868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6168E2-9383-4987-914B-ABDD1EF1B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001" y="4437796"/>
            <a:ext cx="560828" cy="486873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A6E2FA42-79E1-420F-9537-96773ACBE9A7}"/>
              </a:ext>
            </a:extLst>
          </p:cNvPr>
          <p:cNvSpPr/>
          <p:nvPr/>
        </p:nvSpPr>
        <p:spPr>
          <a:xfrm>
            <a:off x="3092452" y="4000719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2DD04C-F1E8-49FB-8C8A-15ACD2E0F5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9656" y="3084630"/>
            <a:ext cx="562609" cy="486873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40CB66B3-E0C7-4C31-ACA2-5964D1FED8AC}"/>
              </a:ext>
            </a:extLst>
          </p:cNvPr>
          <p:cNvSpPr/>
          <p:nvPr/>
        </p:nvSpPr>
        <p:spPr>
          <a:xfrm>
            <a:off x="3092452" y="3300031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B861BE5-BCFF-433C-8617-F3EC19E99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001" y="2409687"/>
            <a:ext cx="600818" cy="513131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11ACA5AF-F24B-490B-8B23-7E02B1BC1E68}"/>
              </a:ext>
            </a:extLst>
          </p:cNvPr>
          <p:cNvSpPr/>
          <p:nvPr/>
        </p:nvSpPr>
        <p:spPr>
          <a:xfrm>
            <a:off x="3092452" y="2666252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FA0FB66-7849-4591-AE41-D6F759C64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977" y="3128261"/>
            <a:ext cx="600818" cy="513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CD5635-CC82-41DF-AE1B-E4338164CF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704" y="2405398"/>
            <a:ext cx="1428236" cy="61253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EB06DEB-0520-4A3D-8465-6F0697D5D3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487" y="2455097"/>
            <a:ext cx="600818" cy="513131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4E823BEB-ECCF-4E2E-99D2-06A7C19B0162}"/>
              </a:ext>
            </a:extLst>
          </p:cNvPr>
          <p:cNvSpPr/>
          <p:nvPr/>
        </p:nvSpPr>
        <p:spPr>
          <a:xfrm>
            <a:off x="8953353" y="2711662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E9A29D0-CCC9-4A76-AEAA-AEE9F285C6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3820" y="1705557"/>
            <a:ext cx="1428236" cy="61253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918474-46EE-43AF-9A35-F96335E98BF3}"/>
              </a:ext>
            </a:extLst>
          </p:cNvPr>
          <p:cNvCxnSpPr/>
          <p:nvPr/>
        </p:nvCxnSpPr>
        <p:spPr>
          <a:xfrm>
            <a:off x="6194683" y="205740"/>
            <a:ext cx="0" cy="61569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E78653-F60B-418E-9649-0D40D48F6A3C}"/>
              </a:ext>
            </a:extLst>
          </p:cNvPr>
          <p:cNvCxnSpPr/>
          <p:nvPr/>
        </p:nvCxnSpPr>
        <p:spPr>
          <a:xfrm>
            <a:off x="2370805" y="1543802"/>
            <a:ext cx="0" cy="363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C595F4-CF72-4B81-9EBA-969AA797C66F}"/>
              </a:ext>
            </a:extLst>
          </p:cNvPr>
          <p:cNvCxnSpPr/>
          <p:nvPr/>
        </p:nvCxnSpPr>
        <p:spPr>
          <a:xfrm>
            <a:off x="4847305" y="1543802"/>
            <a:ext cx="0" cy="363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E5D4C7-46EE-4F7F-AE66-AF880B785ECB}"/>
                  </a:ext>
                </a:extLst>
              </p:cNvPr>
              <p:cNvSpPr txBox="1"/>
              <p:nvPr/>
            </p:nvSpPr>
            <p:spPr>
              <a:xfrm>
                <a:off x="4893808" y="3130331"/>
                <a:ext cx="12143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6∙4×6∙4</m:t>
                        </m:r>
                      </m:sup>
                    </m:sSup>
                  </m:oMath>
                </a14:m>
                <a:r>
                  <a:rPr lang="en-GB" sz="1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b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E5D4C7-46EE-4F7F-AE66-AF880B785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08" y="3130331"/>
                <a:ext cx="121437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B70AD0-8B90-47EC-A6EB-9E132B4C1DF7}"/>
                  </a:ext>
                </a:extLst>
              </p:cNvPr>
              <p:cNvSpPr txBox="1"/>
              <p:nvPr/>
            </p:nvSpPr>
            <p:spPr>
              <a:xfrm>
                <a:off x="4893808" y="3818864"/>
                <a:ext cx="9937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8×8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B70AD0-8B90-47EC-A6EB-9E132B4C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08" y="3818864"/>
                <a:ext cx="99379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1D03F4-F0B5-47BA-B77A-54A68E16A2CB}"/>
                  </a:ext>
                </a:extLst>
              </p:cNvPr>
              <p:cNvSpPr txBox="1"/>
              <p:nvPr/>
            </p:nvSpPr>
            <p:spPr>
              <a:xfrm>
                <a:off x="4893808" y="4503998"/>
                <a:ext cx="838627" cy="3341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1D03F4-F0B5-47BA-B77A-54A68E16A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08" y="4503998"/>
                <a:ext cx="838627" cy="3341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9B4FB3F-DBFB-4A6B-BB02-47B2463E651C}"/>
                  </a:ext>
                </a:extLst>
              </p:cNvPr>
              <p:cNvSpPr txBox="1"/>
              <p:nvPr/>
            </p:nvSpPr>
            <p:spPr>
              <a:xfrm>
                <a:off x="4893808" y="2501944"/>
                <a:ext cx="13565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9B4FB3F-DBFB-4A6B-BB02-47B2463E6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808" y="2501944"/>
                <a:ext cx="135659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5B5A5FF-4255-4A21-97C1-6901C401C800}"/>
                  </a:ext>
                </a:extLst>
              </p:cNvPr>
              <p:cNvSpPr/>
              <p:nvPr/>
            </p:nvSpPr>
            <p:spPr>
              <a:xfrm>
                <a:off x="4889437" y="1756664"/>
                <a:ext cx="13134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5B5A5FF-4255-4A21-97C1-6901C401C8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37" y="1756664"/>
                <a:ext cx="131343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8791E6-BDC6-434D-A207-64A06B104358}"/>
              </a:ext>
            </a:extLst>
          </p:cNvPr>
          <p:cNvCxnSpPr/>
          <p:nvPr/>
        </p:nvCxnSpPr>
        <p:spPr>
          <a:xfrm>
            <a:off x="10690483" y="1543802"/>
            <a:ext cx="0" cy="363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06387B6-3A59-4BD3-94D0-5D3BFD225D89}"/>
              </a:ext>
            </a:extLst>
          </p:cNvPr>
          <p:cNvCxnSpPr/>
          <p:nvPr/>
        </p:nvCxnSpPr>
        <p:spPr>
          <a:xfrm>
            <a:off x="8212855" y="1543802"/>
            <a:ext cx="0" cy="363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CB3646A-B527-4193-A942-3CFBD2F6995C}"/>
                  </a:ext>
                </a:extLst>
              </p:cNvPr>
              <p:cNvSpPr/>
              <p:nvPr/>
            </p:nvSpPr>
            <p:spPr>
              <a:xfrm>
                <a:off x="86591" y="5850171"/>
                <a:ext cx="1762983" cy="9517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Number</a:t>
                </a:r>
                <a:r>
                  <a:rPr lang="de-DE" sz="1100" dirty="0"/>
                  <a:t> </a:t>
                </a:r>
                <a:r>
                  <a:rPr lang="de-DE" sz="1100" dirty="0" err="1"/>
                  <a:t>of</a:t>
                </a:r>
                <a:r>
                  <a:rPr lang="de-DE" sz="1100" dirty="0"/>
                  <a:t> Nodes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sz="1100" dirty="0"/>
                  <a:t>: global </a:t>
                </a:r>
                <a:r>
                  <a:rPr lang="de-DE" sz="1100" dirty="0" err="1"/>
                  <a:t>stiffness</a:t>
                </a:r>
                <a:r>
                  <a:rPr lang="de-DE" sz="1100" dirty="0"/>
                  <a:t> </a:t>
                </a:r>
                <a:r>
                  <a:rPr lang="de-DE" sz="1100" dirty="0" err="1"/>
                  <a:t>matrix</a:t>
                </a:r>
                <a:endParaRPr lang="de-DE" sz="11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element</a:t>
                </a:r>
                <a:r>
                  <a:rPr lang="de-DE" sz="1100" dirty="0"/>
                  <a:t> </a:t>
                </a:r>
                <a:r>
                  <a:rPr lang="de-DE" sz="1100" dirty="0" err="1"/>
                  <a:t>stiffness</a:t>
                </a:r>
                <a:r>
                  <a:rPr lang="de-DE" sz="1100" dirty="0"/>
                  <a:t> </a:t>
                </a:r>
                <a:r>
                  <a:rPr lang="de-DE" sz="1100" dirty="0" err="1"/>
                  <a:t>matrix</a:t>
                </a:r>
                <a:endParaRPr lang="de-DE" sz="1100" dirty="0"/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element</a:t>
                </a:r>
                <a:r>
                  <a:rPr lang="de-DE" sz="1100" dirty="0"/>
                  <a:t> material </a:t>
                </a:r>
                <a:r>
                  <a:rPr lang="de-DE" sz="1100" dirty="0" err="1"/>
                  <a:t>matrix</a:t>
                </a:r>
                <a:endParaRPr lang="de-DE" sz="11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1100" dirty="0"/>
                  <a:t>: </a:t>
                </a:r>
                <a:r>
                  <a:rPr lang="de-DE" sz="1100" dirty="0" err="1"/>
                  <a:t>layer</a:t>
                </a:r>
                <a:r>
                  <a:rPr lang="de-DE" sz="1100" dirty="0"/>
                  <a:t> material </a:t>
                </a:r>
                <a:r>
                  <a:rPr lang="de-DE" sz="1100" dirty="0" err="1"/>
                  <a:t>matrix</a:t>
                </a:r>
                <a:endParaRPr lang="de-DE" sz="1100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CB3646A-B527-4193-A942-3CFBD2F69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1" y="5850171"/>
                <a:ext cx="1762983" cy="951735"/>
              </a:xfrm>
              <a:prstGeom prst="rect">
                <a:avLst/>
              </a:prstGeom>
              <a:blipFill>
                <a:blip r:embed="rId16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EEE414-C354-47AA-B3B6-E9FE4B9F72DB}"/>
                  </a:ext>
                </a:extLst>
              </p:cNvPr>
              <p:cNvSpPr/>
              <p:nvPr/>
            </p:nvSpPr>
            <p:spPr>
              <a:xfrm>
                <a:off x="10726270" y="1756664"/>
                <a:ext cx="13134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EEE414-C354-47AA-B3B6-E9FE4B9F72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270" y="1756664"/>
                <a:ext cx="1313436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AFEE51-23EE-4958-B7C2-EAB432FC38B2}"/>
                  </a:ext>
                </a:extLst>
              </p:cNvPr>
              <p:cNvSpPr txBox="1"/>
              <p:nvPr/>
            </p:nvSpPr>
            <p:spPr>
              <a:xfrm>
                <a:off x="10729860" y="2501944"/>
                <a:ext cx="13565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×6∙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AFEE51-23EE-4958-B7C2-EAB432FC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860" y="2501944"/>
                <a:ext cx="135659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C4EA80A-C3AC-4596-8169-4A6595252C96}"/>
                  </a:ext>
                </a:extLst>
              </p:cNvPr>
              <p:cNvSpPr txBox="1"/>
              <p:nvPr/>
            </p:nvSpPr>
            <p:spPr>
              <a:xfrm>
                <a:off x="10726270" y="3130331"/>
                <a:ext cx="12396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6∙4×6∙4</m:t>
                        </m:r>
                      </m:sup>
                    </m:sSup>
                  </m:oMath>
                </a14:m>
                <a:r>
                  <a:rPr lang="en-GB" sz="1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b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8×24</m:t>
                        </m:r>
                      </m:sup>
                    </m:sSup>
                  </m:oMath>
                </a14:m>
                <a:endParaRPr lang="de-DE" sz="1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C4EA80A-C3AC-4596-8169-4A659525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270" y="3130331"/>
                <a:ext cx="1239698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57B557-5DDA-4878-9732-16DBCDB1EC8C}"/>
                  </a:ext>
                </a:extLst>
              </p:cNvPr>
              <p:cNvSpPr txBox="1"/>
              <p:nvPr/>
            </p:nvSpPr>
            <p:spPr>
              <a:xfrm>
                <a:off x="10726270" y="3960116"/>
                <a:ext cx="1002967" cy="782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8×8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1×8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8×1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57B557-5DDA-4878-9732-16DBCDB1E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270" y="3960116"/>
                <a:ext cx="1002967" cy="7821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517673-914F-49FF-BCFF-0C2672C6931A}"/>
                  </a:ext>
                </a:extLst>
              </p:cNvPr>
              <p:cNvSpPr txBox="1"/>
              <p:nvPr/>
            </p:nvSpPr>
            <p:spPr>
              <a:xfrm>
                <a:off x="4915243" y="4066805"/>
                <a:ext cx="9189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8×8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517673-914F-49FF-BCFF-0C2672C69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43" y="4066805"/>
                <a:ext cx="91897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CE5DF87D-59FD-48CA-BA37-1EA97557BAA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72522" y="3861451"/>
            <a:ext cx="602725" cy="51313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CAE1DF1-83E5-402C-870F-932543C5A0E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0281" y="3192800"/>
            <a:ext cx="602725" cy="51313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E5CB42D-32A1-45C9-939C-F0EB3EDACB06}"/>
              </a:ext>
            </a:extLst>
          </p:cNvPr>
          <p:cNvSpPr txBox="1"/>
          <p:nvPr/>
        </p:nvSpPr>
        <p:spPr>
          <a:xfrm>
            <a:off x="4847305" y="1178697"/>
            <a:ext cx="1312034" cy="280928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 err="1">
                <a:latin typeface="Consolas" panose="020B0609020204030204" pitchFamily="49" charset="0"/>
              </a:rPr>
              <a:t>gauss</a:t>
            </a:r>
            <a:r>
              <a:rPr lang="de-DE" sz="1050" dirty="0">
                <a:latin typeface="Consolas" panose="020B0609020204030204" pitchFamily="49" charset="0"/>
              </a:rPr>
              <a:t> </a:t>
            </a:r>
            <a:r>
              <a:rPr lang="de-DE" sz="1050" dirty="0" err="1">
                <a:latin typeface="Consolas" panose="020B0609020204030204" pitchFamily="49" charset="0"/>
              </a:rPr>
              <a:t>order</a:t>
            </a:r>
            <a:r>
              <a:rPr lang="de-DE" sz="1050" dirty="0">
                <a:latin typeface="Consolas" panose="020B0609020204030204" pitchFamily="49" charset="0"/>
              </a:rPr>
              <a:t> =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D485B3-3BD4-45FC-BF56-9F486A624EB3}"/>
              </a:ext>
            </a:extLst>
          </p:cNvPr>
          <p:cNvSpPr txBox="1"/>
          <p:nvPr/>
        </p:nvSpPr>
        <p:spPr>
          <a:xfrm>
            <a:off x="10730753" y="1205837"/>
            <a:ext cx="1312034" cy="280928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050">
                <a:latin typeface="Consolas" panose="020B0609020204030204" pitchFamily="49" charset="0"/>
              </a:defRPr>
            </a:lvl1pPr>
          </a:lstStyle>
          <a:p>
            <a:r>
              <a:rPr lang="de-DE" dirty="0" err="1"/>
              <a:t>gauss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 = 1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3E6B3802-766B-4A29-9C05-E816CC49013C}"/>
              </a:ext>
            </a:extLst>
          </p:cNvPr>
          <p:cNvSpPr/>
          <p:nvPr/>
        </p:nvSpPr>
        <p:spPr>
          <a:xfrm>
            <a:off x="8930778" y="3406968"/>
            <a:ext cx="188766" cy="84796"/>
          </a:xfrm>
          <a:prstGeom prst="rightArrow">
            <a:avLst>
              <a:gd name="adj1" fmla="val 50000"/>
              <a:gd name="adj2" fmla="val 468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149173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Widescreen</PresentationFormat>
  <Paragraphs>113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Balmer  Vera</dc:creator>
  <cp:lastModifiedBy>Balmer  Vera</cp:lastModifiedBy>
  <cp:revision>7</cp:revision>
  <dcterms:created xsi:type="dcterms:W3CDTF">2024-07-08T11:37:14Z</dcterms:created>
  <dcterms:modified xsi:type="dcterms:W3CDTF">2024-07-11T12:23:57Z</dcterms:modified>
</cp:coreProperties>
</file>